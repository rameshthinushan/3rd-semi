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32"/>
  </p:notesMasterIdLst>
  <p:sldIdLst>
    <p:sldId id="257" r:id="rId3"/>
    <p:sldId id="295" r:id="rId4"/>
    <p:sldId id="274" r:id="rId5"/>
    <p:sldId id="267" r:id="rId6"/>
    <p:sldId id="269" r:id="rId7"/>
    <p:sldId id="268" r:id="rId8"/>
    <p:sldId id="273" r:id="rId9"/>
    <p:sldId id="275" r:id="rId10"/>
    <p:sldId id="270" r:id="rId11"/>
    <p:sldId id="271" r:id="rId12"/>
    <p:sldId id="272" r:id="rId13"/>
    <p:sldId id="285" r:id="rId14"/>
    <p:sldId id="286" r:id="rId15"/>
    <p:sldId id="287" r:id="rId16"/>
    <p:sldId id="288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9" r:id="rId27"/>
    <p:sldId id="290" r:id="rId28"/>
    <p:sldId id="291" r:id="rId29"/>
    <p:sldId id="292" r:id="rId30"/>
    <p:sldId id="293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E03AD6-2B8F-4909-80AB-8CA2C7277010}" type="doc">
      <dgm:prSet loTypeId="urn:microsoft.com/office/officeart/2005/8/layout/hierarchy2" loCatId="hierarchy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D347F1D4-F26A-45E1-BA17-EEC138B94E75}">
      <dgm:prSet phldrT="[Text]"/>
      <dgm:spPr/>
      <dgm:t>
        <a:bodyPr/>
        <a:lstStyle/>
        <a:p>
          <a:pPr algn="ctr"/>
          <a:r>
            <a:rPr lang="en-US" dirty="0" smtClean="0"/>
            <a:t>Malicious Software</a:t>
          </a:r>
          <a:endParaRPr lang="en-US" dirty="0"/>
        </a:p>
      </dgm:t>
    </dgm:pt>
    <dgm:pt modelId="{D0E4A4D7-D163-4DC5-90B8-FD89BE95E087}" type="parTrans" cxnId="{9C783921-C585-4419-A663-53FE38CA6313}">
      <dgm:prSet/>
      <dgm:spPr/>
      <dgm:t>
        <a:bodyPr/>
        <a:lstStyle/>
        <a:p>
          <a:endParaRPr lang="en-US"/>
        </a:p>
      </dgm:t>
    </dgm:pt>
    <dgm:pt modelId="{92C20F42-718A-4D38-B3B6-E2C850C5A2E9}" type="sibTrans" cxnId="{9C783921-C585-4419-A663-53FE38CA6313}">
      <dgm:prSet/>
      <dgm:spPr/>
      <dgm:t>
        <a:bodyPr/>
        <a:lstStyle/>
        <a:p>
          <a:endParaRPr lang="en-US"/>
        </a:p>
      </dgm:t>
    </dgm:pt>
    <dgm:pt modelId="{88F96FED-FDC7-45D3-859C-5346120A3CE4}">
      <dgm:prSet phldrT="[Text]"/>
      <dgm:spPr/>
      <dgm:t>
        <a:bodyPr/>
        <a:lstStyle/>
        <a:p>
          <a:r>
            <a:rPr lang="en-US" dirty="0" smtClean="0"/>
            <a:t>Host based</a:t>
          </a:r>
          <a:endParaRPr lang="en-US" dirty="0"/>
        </a:p>
      </dgm:t>
    </dgm:pt>
    <dgm:pt modelId="{8C5BC7D1-9B1E-4536-8387-EBC55BF22BB2}" type="parTrans" cxnId="{37710BFC-30BC-4CDB-9FC9-E51C5E8A9638}">
      <dgm:prSet/>
      <dgm:spPr/>
      <dgm:t>
        <a:bodyPr/>
        <a:lstStyle/>
        <a:p>
          <a:endParaRPr lang="en-US"/>
        </a:p>
      </dgm:t>
    </dgm:pt>
    <dgm:pt modelId="{1D8F0814-EDEE-4A08-8AB3-BF203FCA4F63}" type="sibTrans" cxnId="{37710BFC-30BC-4CDB-9FC9-E51C5E8A9638}">
      <dgm:prSet/>
      <dgm:spPr/>
      <dgm:t>
        <a:bodyPr/>
        <a:lstStyle/>
        <a:p>
          <a:endParaRPr lang="en-US"/>
        </a:p>
      </dgm:t>
    </dgm:pt>
    <dgm:pt modelId="{8F495E4B-BD09-4907-8CC9-434B9B148347}">
      <dgm:prSet phldrT="[Text]"/>
      <dgm:spPr/>
      <dgm:t>
        <a:bodyPr/>
        <a:lstStyle/>
        <a:p>
          <a:r>
            <a:rPr lang="en-US" dirty="0" smtClean="0"/>
            <a:t>Trojan Horse</a:t>
          </a:r>
          <a:endParaRPr lang="en-US" dirty="0"/>
        </a:p>
      </dgm:t>
    </dgm:pt>
    <dgm:pt modelId="{A98F7487-EE32-41A5-84EE-C4F8BDF65BEE}" type="parTrans" cxnId="{709F8D85-C702-4AAD-BFD0-8210E2CE4031}">
      <dgm:prSet/>
      <dgm:spPr/>
      <dgm:t>
        <a:bodyPr/>
        <a:lstStyle/>
        <a:p>
          <a:endParaRPr lang="en-US"/>
        </a:p>
      </dgm:t>
    </dgm:pt>
    <dgm:pt modelId="{34B52CE9-8242-4960-AA52-0F822242F131}" type="sibTrans" cxnId="{709F8D85-C702-4AAD-BFD0-8210E2CE4031}">
      <dgm:prSet/>
      <dgm:spPr/>
      <dgm:t>
        <a:bodyPr/>
        <a:lstStyle/>
        <a:p>
          <a:endParaRPr lang="en-US"/>
        </a:p>
      </dgm:t>
    </dgm:pt>
    <dgm:pt modelId="{9BAA2840-DE4E-445F-BF37-51C2513ADFAD}">
      <dgm:prSet phldrT="[Text]"/>
      <dgm:spPr/>
      <dgm:t>
        <a:bodyPr/>
        <a:lstStyle/>
        <a:p>
          <a:r>
            <a:rPr lang="en-US" dirty="0" smtClean="0"/>
            <a:t>:Logic Bomb</a:t>
          </a:r>
          <a:endParaRPr lang="en-US" dirty="0"/>
        </a:p>
      </dgm:t>
    </dgm:pt>
    <dgm:pt modelId="{3086B86E-5616-4A4A-AC53-34458F175412}" type="parTrans" cxnId="{912DC086-75A4-430C-96A0-4B0A1E30895A}">
      <dgm:prSet/>
      <dgm:spPr/>
      <dgm:t>
        <a:bodyPr/>
        <a:lstStyle/>
        <a:p>
          <a:endParaRPr lang="en-US"/>
        </a:p>
      </dgm:t>
    </dgm:pt>
    <dgm:pt modelId="{5DDE15ED-0B6F-4BD1-A214-66BC16341043}" type="sibTrans" cxnId="{912DC086-75A4-430C-96A0-4B0A1E30895A}">
      <dgm:prSet/>
      <dgm:spPr/>
      <dgm:t>
        <a:bodyPr/>
        <a:lstStyle/>
        <a:p>
          <a:endParaRPr lang="en-US"/>
        </a:p>
      </dgm:t>
    </dgm:pt>
    <dgm:pt modelId="{C9E62359-0346-449F-9007-32A8D6A829A0}">
      <dgm:prSet phldrT="[Text]"/>
      <dgm:spPr/>
      <dgm:t>
        <a:bodyPr/>
        <a:lstStyle/>
        <a:p>
          <a:r>
            <a:rPr lang="en-US" dirty="0" smtClean="0"/>
            <a:t>Independent </a:t>
          </a:r>
          <a:endParaRPr lang="en-US" dirty="0"/>
        </a:p>
      </dgm:t>
    </dgm:pt>
    <dgm:pt modelId="{D0A7C0CD-25C8-49E4-A3CE-12E618CE9C2C}" type="parTrans" cxnId="{12DD4E2E-2933-415A-A727-C19D4262F279}">
      <dgm:prSet/>
      <dgm:spPr/>
      <dgm:t>
        <a:bodyPr/>
        <a:lstStyle/>
        <a:p>
          <a:endParaRPr lang="en-US"/>
        </a:p>
      </dgm:t>
    </dgm:pt>
    <dgm:pt modelId="{1FE4F8C3-E925-41BE-84B1-36715F042691}" type="sibTrans" cxnId="{12DD4E2E-2933-415A-A727-C19D4262F279}">
      <dgm:prSet/>
      <dgm:spPr/>
      <dgm:t>
        <a:bodyPr/>
        <a:lstStyle/>
        <a:p>
          <a:endParaRPr lang="en-US"/>
        </a:p>
      </dgm:t>
    </dgm:pt>
    <dgm:pt modelId="{75A0E7C9-F999-47E7-9E26-B58894E25CE2}">
      <dgm:prSet phldrT="[Text]"/>
      <dgm:spPr/>
      <dgm:t>
        <a:bodyPr/>
        <a:lstStyle/>
        <a:p>
          <a:r>
            <a:rPr lang="en-US" dirty="0" smtClean="0"/>
            <a:t>Zombie </a:t>
          </a:r>
          <a:endParaRPr lang="en-US" dirty="0"/>
        </a:p>
      </dgm:t>
    </dgm:pt>
    <dgm:pt modelId="{17B17551-6090-4254-B9FD-B11A3BD09769}" type="parTrans" cxnId="{B63E261C-67CE-44E3-8AF8-0D285A5F84F7}">
      <dgm:prSet/>
      <dgm:spPr/>
      <dgm:t>
        <a:bodyPr/>
        <a:lstStyle/>
        <a:p>
          <a:endParaRPr lang="en-US"/>
        </a:p>
      </dgm:t>
    </dgm:pt>
    <dgm:pt modelId="{09999473-D7C0-4A30-85C4-B2374F381A1A}" type="sibTrans" cxnId="{B63E261C-67CE-44E3-8AF8-0D285A5F84F7}">
      <dgm:prSet/>
      <dgm:spPr/>
      <dgm:t>
        <a:bodyPr/>
        <a:lstStyle/>
        <a:p>
          <a:endParaRPr lang="en-US"/>
        </a:p>
      </dgm:t>
    </dgm:pt>
    <dgm:pt modelId="{87BE7A26-EDCC-4046-BEE5-31BBD9C817FB}">
      <dgm:prSet/>
      <dgm:spPr/>
      <dgm:t>
        <a:bodyPr/>
        <a:lstStyle/>
        <a:p>
          <a:r>
            <a:rPr lang="en-US" dirty="0" smtClean="0"/>
            <a:t>Trap Doors</a:t>
          </a:r>
          <a:endParaRPr lang="en-US" dirty="0"/>
        </a:p>
      </dgm:t>
    </dgm:pt>
    <dgm:pt modelId="{51084524-DC6F-4967-BD2F-BC447090FB11}" type="parTrans" cxnId="{CD1E0A4B-E540-4186-9960-FEA112CCA950}">
      <dgm:prSet/>
      <dgm:spPr/>
      <dgm:t>
        <a:bodyPr/>
        <a:lstStyle/>
        <a:p>
          <a:endParaRPr lang="en-US"/>
        </a:p>
      </dgm:t>
    </dgm:pt>
    <dgm:pt modelId="{8808C215-04BE-4FB1-A54C-2DD8051FE0CF}" type="sibTrans" cxnId="{CD1E0A4B-E540-4186-9960-FEA112CCA950}">
      <dgm:prSet/>
      <dgm:spPr/>
      <dgm:t>
        <a:bodyPr/>
        <a:lstStyle/>
        <a:p>
          <a:endParaRPr lang="en-US"/>
        </a:p>
      </dgm:t>
    </dgm:pt>
    <dgm:pt modelId="{5555B5CA-FA32-41FE-9C1A-FA8FCE84A2F6}">
      <dgm:prSet/>
      <dgm:spPr/>
      <dgm:t>
        <a:bodyPr/>
        <a:lstStyle/>
        <a:p>
          <a:r>
            <a:rPr lang="en-US" dirty="0" smtClean="0"/>
            <a:t>Virus</a:t>
          </a:r>
          <a:endParaRPr lang="en-US" dirty="0"/>
        </a:p>
      </dgm:t>
    </dgm:pt>
    <dgm:pt modelId="{98408035-2C4C-41EA-802A-90EBD0FEBE89}" type="parTrans" cxnId="{EFE5AC56-A645-4495-B5A0-4E466D6C7EE5}">
      <dgm:prSet/>
      <dgm:spPr/>
      <dgm:t>
        <a:bodyPr/>
        <a:lstStyle/>
        <a:p>
          <a:endParaRPr lang="en-US"/>
        </a:p>
      </dgm:t>
    </dgm:pt>
    <dgm:pt modelId="{22CFA8AE-A992-4CB0-BBE6-D2B0FFF26E4C}" type="sibTrans" cxnId="{EFE5AC56-A645-4495-B5A0-4E466D6C7EE5}">
      <dgm:prSet/>
      <dgm:spPr/>
      <dgm:t>
        <a:bodyPr/>
        <a:lstStyle/>
        <a:p>
          <a:endParaRPr lang="en-US"/>
        </a:p>
      </dgm:t>
    </dgm:pt>
    <dgm:pt modelId="{6AB7E168-5DA7-4B3C-8C27-56D03A2693CE}">
      <dgm:prSet/>
      <dgm:spPr/>
      <dgm:t>
        <a:bodyPr/>
        <a:lstStyle/>
        <a:p>
          <a:r>
            <a:rPr lang="en-US" dirty="0" smtClean="0"/>
            <a:t>Worm</a:t>
          </a:r>
          <a:endParaRPr lang="en-US" dirty="0"/>
        </a:p>
      </dgm:t>
    </dgm:pt>
    <dgm:pt modelId="{0410A3F5-1238-43B5-812E-62CAC1FC9ECA}" type="parTrans" cxnId="{D86A36A6-39C0-49A6-96D9-C9118B7E5E1B}">
      <dgm:prSet/>
      <dgm:spPr/>
      <dgm:t>
        <a:bodyPr/>
        <a:lstStyle/>
        <a:p>
          <a:endParaRPr lang="en-US"/>
        </a:p>
      </dgm:t>
    </dgm:pt>
    <dgm:pt modelId="{4D53FEA7-C5BD-4B7B-B1CE-B6DDAA77E71A}" type="sibTrans" cxnId="{D86A36A6-39C0-49A6-96D9-C9118B7E5E1B}">
      <dgm:prSet/>
      <dgm:spPr/>
      <dgm:t>
        <a:bodyPr/>
        <a:lstStyle/>
        <a:p>
          <a:endParaRPr lang="en-US"/>
        </a:p>
      </dgm:t>
    </dgm:pt>
    <dgm:pt modelId="{330A4B5B-0F20-4340-A1F1-228C175DEDBF}">
      <dgm:prSet/>
      <dgm:spPr/>
      <dgm:t>
        <a:bodyPr/>
        <a:lstStyle/>
        <a:p>
          <a:r>
            <a:rPr lang="en-US" dirty="0" smtClean="0"/>
            <a:t>Rabbit</a:t>
          </a:r>
          <a:endParaRPr lang="en-US" dirty="0"/>
        </a:p>
      </dgm:t>
    </dgm:pt>
    <dgm:pt modelId="{38CACD0C-000A-491F-AB83-20EABD1D5DF2}" type="parTrans" cxnId="{B5E1A14F-AFF1-474A-95EC-91F7978BBB98}">
      <dgm:prSet/>
      <dgm:spPr/>
      <dgm:t>
        <a:bodyPr/>
        <a:lstStyle/>
        <a:p>
          <a:endParaRPr lang="en-US"/>
        </a:p>
      </dgm:t>
    </dgm:pt>
    <dgm:pt modelId="{23DFA027-16E1-4B1D-A571-E68364F27968}" type="sibTrans" cxnId="{B5E1A14F-AFF1-474A-95EC-91F7978BBB98}">
      <dgm:prSet/>
      <dgm:spPr/>
      <dgm:t>
        <a:bodyPr/>
        <a:lstStyle/>
        <a:p>
          <a:endParaRPr lang="en-US"/>
        </a:p>
      </dgm:t>
    </dgm:pt>
    <dgm:pt modelId="{9AE19EB5-D345-4018-BA7D-640A355CA1BF}" type="pres">
      <dgm:prSet presAssocID="{3EE03AD6-2B8F-4909-80AB-8CA2C727701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4956CD0-15BE-42FC-AF87-AE15E6C83E4B}" type="pres">
      <dgm:prSet presAssocID="{D347F1D4-F26A-45E1-BA17-EEC138B94E75}" presName="root1" presStyleCnt="0"/>
      <dgm:spPr/>
      <dgm:t>
        <a:bodyPr/>
        <a:lstStyle/>
        <a:p>
          <a:endParaRPr lang="en-US"/>
        </a:p>
      </dgm:t>
    </dgm:pt>
    <dgm:pt modelId="{4239E2E0-DF59-4A93-B58A-27F08254DE3C}" type="pres">
      <dgm:prSet presAssocID="{D347F1D4-F26A-45E1-BA17-EEC138B94E75}" presName="LevelOneTextNode" presStyleLbl="node0" presStyleIdx="0" presStyleCnt="1" custLinFactNeighborX="-85257" custLinFactNeighborY="-3087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6BA7477-9CB5-4435-AF1E-2DFEF11EB9B1}" type="pres">
      <dgm:prSet presAssocID="{D347F1D4-F26A-45E1-BA17-EEC138B94E75}" presName="level2hierChild" presStyleCnt="0"/>
      <dgm:spPr/>
      <dgm:t>
        <a:bodyPr/>
        <a:lstStyle/>
        <a:p>
          <a:endParaRPr lang="en-US"/>
        </a:p>
      </dgm:t>
    </dgm:pt>
    <dgm:pt modelId="{B2E5F561-B2A1-4833-B048-A1B02A0ABB19}" type="pres">
      <dgm:prSet presAssocID="{8C5BC7D1-9B1E-4536-8387-EBC55BF22BB2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C5C73B23-60CA-42BA-B64E-1C98E0E69C3B}" type="pres">
      <dgm:prSet presAssocID="{8C5BC7D1-9B1E-4536-8387-EBC55BF22BB2}" presName="connTx" presStyleLbl="parChTrans1D2" presStyleIdx="0" presStyleCnt="2"/>
      <dgm:spPr/>
      <dgm:t>
        <a:bodyPr/>
        <a:lstStyle/>
        <a:p>
          <a:endParaRPr lang="en-US"/>
        </a:p>
      </dgm:t>
    </dgm:pt>
    <dgm:pt modelId="{46FA5109-6E59-4AFE-9377-3775EEE77264}" type="pres">
      <dgm:prSet presAssocID="{88F96FED-FDC7-45D3-859C-5346120A3CE4}" presName="root2" presStyleCnt="0"/>
      <dgm:spPr/>
      <dgm:t>
        <a:bodyPr/>
        <a:lstStyle/>
        <a:p>
          <a:endParaRPr lang="en-US"/>
        </a:p>
      </dgm:t>
    </dgm:pt>
    <dgm:pt modelId="{AC9D83E4-E6E9-43B0-A526-10F22F7C8F8B}" type="pres">
      <dgm:prSet presAssocID="{88F96FED-FDC7-45D3-859C-5346120A3CE4}" presName="LevelTwoTextNode" presStyleLbl="node2" presStyleIdx="0" presStyleCnt="2" custLinFactNeighborX="-71663" custLinFactNeighborY="-8283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7BA4E26-C693-4B72-ABBC-322777E51AA9}" type="pres">
      <dgm:prSet presAssocID="{88F96FED-FDC7-45D3-859C-5346120A3CE4}" presName="level3hierChild" presStyleCnt="0"/>
      <dgm:spPr/>
      <dgm:t>
        <a:bodyPr/>
        <a:lstStyle/>
        <a:p>
          <a:endParaRPr lang="en-US"/>
        </a:p>
      </dgm:t>
    </dgm:pt>
    <dgm:pt modelId="{F6C87DC0-1749-4E15-B855-90A6E117D240}" type="pres">
      <dgm:prSet presAssocID="{51084524-DC6F-4967-BD2F-BC447090FB11}" presName="conn2-1" presStyleLbl="parChTrans1D3" presStyleIdx="0" presStyleCnt="7"/>
      <dgm:spPr/>
      <dgm:t>
        <a:bodyPr/>
        <a:lstStyle/>
        <a:p>
          <a:endParaRPr lang="en-US"/>
        </a:p>
      </dgm:t>
    </dgm:pt>
    <dgm:pt modelId="{B8496B2D-3F3C-4761-BB1C-BDE558A93D2F}" type="pres">
      <dgm:prSet presAssocID="{51084524-DC6F-4967-BD2F-BC447090FB11}" presName="connTx" presStyleLbl="parChTrans1D3" presStyleIdx="0" presStyleCnt="7"/>
      <dgm:spPr/>
      <dgm:t>
        <a:bodyPr/>
        <a:lstStyle/>
        <a:p>
          <a:endParaRPr lang="en-US"/>
        </a:p>
      </dgm:t>
    </dgm:pt>
    <dgm:pt modelId="{ECD48A95-A2D2-4065-81AA-094DA0F403B2}" type="pres">
      <dgm:prSet presAssocID="{87BE7A26-EDCC-4046-BEE5-31BBD9C817FB}" presName="root2" presStyleCnt="0"/>
      <dgm:spPr/>
      <dgm:t>
        <a:bodyPr/>
        <a:lstStyle/>
        <a:p>
          <a:endParaRPr lang="en-US"/>
        </a:p>
      </dgm:t>
    </dgm:pt>
    <dgm:pt modelId="{DE11843C-B8A1-4C58-AC7C-94B38A68CD1D}" type="pres">
      <dgm:prSet presAssocID="{87BE7A26-EDCC-4046-BEE5-31BBD9C817FB}" presName="LevelTwoTextNode" presStyleLbl="node3" presStyleIdx="0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810D9FC-A903-4BFD-BE5E-96A0C5ADEF65}" type="pres">
      <dgm:prSet presAssocID="{87BE7A26-EDCC-4046-BEE5-31BBD9C817FB}" presName="level3hierChild" presStyleCnt="0"/>
      <dgm:spPr/>
      <dgm:t>
        <a:bodyPr/>
        <a:lstStyle/>
        <a:p>
          <a:endParaRPr lang="en-US"/>
        </a:p>
      </dgm:t>
    </dgm:pt>
    <dgm:pt modelId="{FA958942-B49F-4D6B-B6E4-2E68A148A1CA}" type="pres">
      <dgm:prSet presAssocID="{A98F7487-EE32-41A5-84EE-C4F8BDF65BEE}" presName="conn2-1" presStyleLbl="parChTrans1D3" presStyleIdx="1" presStyleCnt="7"/>
      <dgm:spPr/>
      <dgm:t>
        <a:bodyPr/>
        <a:lstStyle/>
        <a:p>
          <a:endParaRPr lang="en-US"/>
        </a:p>
      </dgm:t>
    </dgm:pt>
    <dgm:pt modelId="{FAEC79F8-F151-4185-822E-60ED9172F2DF}" type="pres">
      <dgm:prSet presAssocID="{A98F7487-EE32-41A5-84EE-C4F8BDF65BEE}" presName="connTx" presStyleLbl="parChTrans1D3" presStyleIdx="1" presStyleCnt="7"/>
      <dgm:spPr/>
      <dgm:t>
        <a:bodyPr/>
        <a:lstStyle/>
        <a:p>
          <a:endParaRPr lang="en-US"/>
        </a:p>
      </dgm:t>
    </dgm:pt>
    <dgm:pt modelId="{4BAFE0F4-0639-416B-BEE8-2D16A0B96DB8}" type="pres">
      <dgm:prSet presAssocID="{8F495E4B-BD09-4907-8CC9-434B9B148347}" presName="root2" presStyleCnt="0"/>
      <dgm:spPr/>
      <dgm:t>
        <a:bodyPr/>
        <a:lstStyle/>
        <a:p>
          <a:endParaRPr lang="en-US"/>
        </a:p>
      </dgm:t>
    </dgm:pt>
    <dgm:pt modelId="{24A60C4C-796D-4752-AEB8-23E0905A91B1}" type="pres">
      <dgm:prSet presAssocID="{8F495E4B-BD09-4907-8CC9-434B9B148347}" presName="LevelTwoTextNode" presStyleLbl="node3" presStyleIdx="1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3280254-CB35-458D-A55D-1A06D7ABA200}" type="pres">
      <dgm:prSet presAssocID="{8F495E4B-BD09-4907-8CC9-434B9B148347}" presName="level3hierChild" presStyleCnt="0"/>
      <dgm:spPr/>
      <dgm:t>
        <a:bodyPr/>
        <a:lstStyle/>
        <a:p>
          <a:endParaRPr lang="en-US"/>
        </a:p>
      </dgm:t>
    </dgm:pt>
    <dgm:pt modelId="{85296965-08BC-4332-A16A-639B55497884}" type="pres">
      <dgm:prSet presAssocID="{3086B86E-5616-4A4A-AC53-34458F175412}" presName="conn2-1" presStyleLbl="parChTrans1D3" presStyleIdx="2" presStyleCnt="7"/>
      <dgm:spPr/>
      <dgm:t>
        <a:bodyPr/>
        <a:lstStyle/>
        <a:p>
          <a:endParaRPr lang="en-US"/>
        </a:p>
      </dgm:t>
    </dgm:pt>
    <dgm:pt modelId="{80E1B299-F242-4EC8-9257-B4A0D1DA7238}" type="pres">
      <dgm:prSet presAssocID="{3086B86E-5616-4A4A-AC53-34458F175412}" presName="connTx" presStyleLbl="parChTrans1D3" presStyleIdx="2" presStyleCnt="7"/>
      <dgm:spPr/>
      <dgm:t>
        <a:bodyPr/>
        <a:lstStyle/>
        <a:p>
          <a:endParaRPr lang="en-US"/>
        </a:p>
      </dgm:t>
    </dgm:pt>
    <dgm:pt modelId="{E9B81161-88D6-46DD-9738-35EA9C0071E7}" type="pres">
      <dgm:prSet presAssocID="{9BAA2840-DE4E-445F-BF37-51C2513ADFAD}" presName="root2" presStyleCnt="0"/>
      <dgm:spPr/>
      <dgm:t>
        <a:bodyPr/>
        <a:lstStyle/>
        <a:p>
          <a:endParaRPr lang="en-US"/>
        </a:p>
      </dgm:t>
    </dgm:pt>
    <dgm:pt modelId="{1565E62D-74E5-4FBA-9585-4C35E5BFEB46}" type="pres">
      <dgm:prSet presAssocID="{9BAA2840-DE4E-445F-BF37-51C2513ADFAD}" presName="LevelTwoTextNode" presStyleLbl="node3" presStyleIdx="2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B5CE612-8303-4AA3-9652-1C89BC3AE1C6}" type="pres">
      <dgm:prSet presAssocID="{9BAA2840-DE4E-445F-BF37-51C2513ADFAD}" presName="level3hierChild" presStyleCnt="0"/>
      <dgm:spPr/>
      <dgm:t>
        <a:bodyPr/>
        <a:lstStyle/>
        <a:p>
          <a:endParaRPr lang="en-US"/>
        </a:p>
      </dgm:t>
    </dgm:pt>
    <dgm:pt modelId="{D66DC843-A428-40E3-93A4-AF0C9164E008}" type="pres">
      <dgm:prSet presAssocID="{98408035-2C4C-41EA-802A-90EBD0FEBE89}" presName="conn2-1" presStyleLbl="parChTrans1D3" presStyleIdx="3" presStyleCnt="7"/>
      <dgm:spPr/>
      <dgm:t>
        <a:bodyPr/>
        <a:lstStyle/>
        <a:p>
          <a:endParaRPr lang="en-US"/>
        </a:p>
      </dgm:t>
    </dgm:pt>
    <dgm:pt modelId="{5AFD22BD-C17C-4AD8-9A81-24C74DB5571B}" type="pres">
      <dgm:prSet presAssocID="{98408035-2C4C-41EA-802A-90EBD0FEBE89}" presName="connTx" presStyleLbl="parChTrans1D3" presStyleIdx="3" presStyleCnt="7"/>
      <dgm:spPr/>
      <dgm:t>
        <a:bodyPr/>
        <a:lstStyle/>
        <a:p>
          <a:endParaRPr lang="en-US"/>
        </a:p>
      </dgm:t>
    </dgm:pt>
    <dgm:pt modelId="{D269B782-AA7F-47E2-86C1-4F16E934776C}" type="pres">
      <dgm:prSet presAssocID="{5555B5CA-FA32-41FE-9C1A-FA8FCE84A2F6}" presName="root2" presStyleCnt="0"/>
      <dgm:spPr/>
      <dgm:t>
        <a:bodyPr/>
        <a:lstStyle/>
        <a:p>
          <a:endParaRPr lang="en-US"/>
        </a:p>
      </dgm:t>
    </dgm:pt>
    <dgm:pt modelId="{2D5D1798-13D0-47F3-856C-846AC8757BF2}" type="pres">
      <dgm:prSet presAssocID="{5555B5CA-FA32-41FE-9C1A-FA8FCE84A2F6}" presName="LevelTwoTextNode" presStyleLbl="node3" presStyleIdx="3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4CC1676-B3A6-4380-AA27-4FB966C3E994}" type="pres">
      <dgm:prSet presAssocID="{5555B5CA-FA32-41FE-9C1A-FA8FCE84A2F6}" presName="level3hierChild" presStyleCnt="0"/>
      <dgm:spPr/>
      <dgm:t>
        <a:bodyPr/>
        <a:lstStyle/>
        <a:p>
          <a:endParaRPr lang="en-US"/>
        </a:p>
      </dgm:t>
    </dgm:pt>
    <dgm:pt modelId="{8BCBBFE6-C6FD-4916-8A1A-151FA3650AB5}" type="pres">
      <dgm:prSet presAssocID="{D0A7C0CD-25C8-49E4-A3CE-12E618CE9C2C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B889ABC2-5035-43BD-9E84-B33A2BF03907}" type="pres">
      <dgm:prSet presAssocID="{D0A7C0CD-25C8-49E4-A3CE-12E618CE9C2C}" presName="connTx" presStyleLbl="parChTrans1D2" presStyleIdx="1" presStyleCnt="2"/>
      <dgm:spPr/>
      <dgm:t>
        <a:bodyPr/>
        <a:lstStyle/>
        <a:p>
          <a:endParaRPr lang="en-US"/>
        </a:p>
      </dgm:t>
    </dgm:pt>
    <dgm:pt modelId="{B12AD23A-DF3C-42B7-B339-FC3A91155409}" type="pres">
      <dgm:prSet presAssocID="{C9E62359-0346-449F-9007-32A8D6A829A0}" presName="root2" presStyleCnt="0"/>
      <dgm:spPr/>
      <dgm:t>
        <a:bodyPr/>
        <a:lstStyle/>
        <a:p>
          <a:endParaRPr lang="en-US"/>
        </a:p>
      </dgm:t>
    </dgm:pt>
    <dgm:pt modelId="{AC8807C4-25A9-4A31-9488-D52146F3EA60}" type="pres">
      <dgm:prSet presAssocID="{C9E62359-0346-449F-9007-32A8D6A829A0}" presName="LevelTwoTextNode" presStyleLbl="node2" presStyleIdx="1" presStyleCnt="2" custLinFactNeighborX="-76169" custLinFactNeighborY="-403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742FFB2-D394-4C15-A4CA-AFF1FFE07F4C}" type="pres">
      <dgm:prSet presAssocID="{C9E62359-0346-449F-9007-32A8D6A829A0}" presName="level3hierChild" presStyleCnt="0"/>
      <dgm:spPr/>
      <dgm:t>
        <a:bodyPr/>
        <a:lstStyle/>
        <a:p>
          <a:endParaRPr lang="en-US"/>
        </a:p>
      </dgm:t>
    </dgm:pt>
    <dgm:pt modelId="{D78F566A-8193-40C7-8B21-963D2D6029B1}" type="pres">
      <dgm:prSet presAssocID="{38CACD0C-000A-491F-AB83-20EABD1D5DF2}" presName="conn2-1" presStyleLbl="parChTrans1D3" presStyleIdx="4" presStyleCnt="7"/>
      <dgm:spPr/>
      <dgm:t>
        <a:bodyPr/>
        <a:lstStyle/>
        <a:p>
          <a:endParaRPr lang="en-US"/>
        </a:p>
      </dgm:t>
    </dgm:pt>
    <dgm:pt modelId="{24486F07-485D-4EE7-B93F-5C569291CAF0}" type="pres">
      <dgm:prSet presAssocID="{38CACD0C-000A-491F-AB83-20EABD1D5DF2}" presName="connTx" presStyleLbl="parChTrans1D3" presStyleIdx="4" presStyleCnt="7"/>
      <dgm:spPr/>
      <dgm:t>
        <a:bodyPr/>
        <a:lstStyle/>
        <a:p>
          <a:endParaRPr lang="en-US"/>
        </a:p>
      </dgm:t>
    </dgm:pt>
    <dgm:pt modelId="{F8B3B20C-3A9B-482F-BCC8-BC4385ACA479}" type="pres">
      <dgm:prSet presAssocID="{330A4B5B-0F20-4340-A1F1-228C175DEDBF}" presName="root2" presStyleCnt="0"/>
      <dgm:spPr/>
    </dgm:pt>
    <dgm:pt modelId="{AC5F08C9-6069-4B95-A3E6-E099BACC5693}" type="pres">
      <dgm:prSet presAssocID="{330A4B5B-0F20-4340-A1F1-228C175DEDBF}" presName="LevelTwoTextNode" presStyleLbl="node3" presStyleIdx="4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69A59E5-82BF-448C-9034-4DC216949BD4}" type="pres">
      <dgm:prSet presAssocID="{330A4B5B-0F20-4340-A1F1-228C175DEDBF}" presName="level3hierChild" presStyleCnt="0"/>
      <dgm:spPr/>
    </dgm:pt>
    <dgm:pt modelId="{8702774C-2E92-4750-AD89-2F6FAB430B9E}" type="pres">
      <dgm:prSet presAssocID="{17B17551-6090-4254-B9FD-B11A3BD09769}" presName="conn2-1" presStyleLbl="parChTrans1D3" presStyleIdx="5" presStyleCnt="7"/>
      <dgm:spPr/>
      <dgm:t>
        <a:bodyPr/>
        <a:lstStyle/>
        <a:p>
          <a:endParaRPr lang="en-US"/>
        </a:p>
      </dgm:t>
    </dgm:pt>
    <dgm:pt modelId="{BA304C75-F4F8-40E3-9EC3-A488CB53BEB7}" type="pres">
      <dgm:prSet presAssocID="{17B17551-6090-4254-B9FD-B11A3BD09769}" presName="connTx" presStyleLbl="parChTrans1D3" presStyleIdx="5" presStyleCnt="7"/>
      <dgm:spPr/>
      <dgm:t>
        <a:bodyPr/>
        <a:lstStyle/>
        <a:p>
          <a:endParaRPr lang="en-US"/>
        </a:p>
      </dgm:t>
    </dgm:pt>
    <dgm:pt modelId="{E9EC4A37-9BA9-4C5D-B29D-7E0FBF57A538}" type="pres">
      <dgm:prSet presAssocID="{75A0E7C9-F999-47E7-9E26-B58894E25CE2}" presName="root2" presStyleCnt="0"/>
      <dgm:spPr/>
      <dgm:t>
        <a:bodyPr/>
        <a:lstStyle/>
        <a:p>
          <a:endParaRPr lang="en-US"/>
        </a:p>
      </dgm:t>
    </dgm:pt>
    <dgm:pt modelId="{1454FAA8-5A86-4845-8EA1-6B5AC727854C}" type="pres">
      <dgm:prSet presAssocID="{75A0E7C9-F999-47E7-9E26-B58894E25CE2}" presName="LevelTwoTextNode" presStyleLbl="node3" presStyleIdx="5" presStyleCnt="7" custLinFactNeighborX="121" custLinFactNeighborY="-8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43D6D63-F8DD-4FA4-BE2E-E57E0243C699}" type="pres">
      <dgm:prSet presAssocID="{75A0E7C9-F999-47E7-9E26-B58894E25CE2}" presName="level3hierChild" presStyleCnt="0"/>
      <dgm:spPr/>
      <dgm:t>
        <a:bodyPr/>
        <a:lstStyle/>
        <a:p>
          <a:endParaRPr lang="en-US"/>
        </a:p>
      </dgm:t>
    </dgm:pt>
    <dgm:pt modelId="{AF034828-0593-437B-A8F4-989704FE65A3}" type="pres">
      <dgm:prSet presAssocID="{0410A3F5-1238-43B5-812E-62CAC1FC9ECA}" presName="conn2-1" presStyleLbl="parChTrans1D3" presStyleIdx="6" presStyleCnt="7"/>
      <dgm:spPr/>
      <dgm:t>
        <a:bodyPr/>
        <a:lstStyle/>
        <a:p>
          <a:endParaRPr lang="en-US"/>
        </a:p>
      </dgm:t>
    </dgm:pt>
    <dgm:pt modelId="{6CAFCE54-59E4-41A4-A56D-40C4F2DBFA65}" type="pres">
      <dgm:prSet presAssocID="{0410A3F5-1238-43B5-812E-62CAC1FC9ECA}" presName="connTx" presStyleLbl="parChTrans1D3" presStyleIdx="6" presStyleCnt="7"/>
      <dgm:spPr/>
      <dgm:t>
        <a:bodyPr/>
        <a:lstStyle/>
        <a:p>
          <a:endParaRPr lang="en-US"/>
        </a:p>
      </dgm:t>
    </dgm:pt>
    <dgm:pt modelId="{F573B332-2D44-4FFC-BEC5-9289A2F8342F}" type="pres">
      <dgm:prSet presAssocID="{6AB7E168-5DA7-4B3C-8C27-56D03A2693CE}" presName="root2" presStyleCnt="0"/>
      <dgm:spPr/>
      <dgm:t>
        <a:bodyPr/>
        <a:lstStyle/>
        <a:p>
          <a:endParaRPr lang="en-US"/>
        </a:p>
      </dgm:t>
    </dgm:pt>
    <dgm:pt modelId="{725DDEA0-946C-4F3C-B1D0-A5416F9F2327}" type="pres">
      <dgm:prSet presAssocID="{6AB7E168-5DA7-4B3C-8C27-56D03A2693CE}" presName="LevelTwoTextNode" presStyleLbl="node3" presStyleIdx="6" presStyleCnt="7" custLinFactNeighborX="121" custLinFactNeighborY="-769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5250102-A693-4B76-9889-A323432FDA71}" type="pres">
      <dgm:prSet presAssocID="{6AB7E168-5DA7-4B3C-8C27-56D03A2693CE}" presName="level3hierChild" presStyleCnt="0"/>
      <dgm:spPr/>
      <dgm:t>
        <a:bodyPr/>
        <a:lstStyle/>
        <a:p>
          <a:endParaRPr lang="en-US"/>
        </a:p>
      </dgm:t>
    </dgm:pt>
  </dgm:ptLst>
  <dgm:cxnLst>
    <dgm:cxn modelId="{D86A36A6-39C0-49A6-96D9-C9118B7E5E1B}" srcId="{C9E62359-0346-449F-9007-32A8D6A829A0}" destId="{6AB7E168-5DA7-4B3C-8C27-56D03A2693CE}" srcOrd="2" destOrd="0" parTransId="{0410A3F5-1238-43B5-812E-62CAC1FC9ECA}" sibTransId="{4D53FEA7-C5BD-4B7B-B1CE-B6DDAA77E71A}"/>
    <dgm:cxn modelId="{912DC086-75A4-430C-96A0-4B0A1E30895A}" srcId="{88F96FED-FDC7-45D3-859C-5346120A3CE4}" destId="{9BAA2840-DE4E-445F-BF37-51C2513ADFAD}" srcOrd="2" destOrd="0" parTransId="{3086B86E-5616-4A4A-AC53-34458F175412}" sibTransId="{5DDE15ED-0B6F-4BD1-A214-66BC16341043}"/>
    <dgm:cxn modelId="{FFECE2C8-92BE-4248-B75E-A54294B72208}" type="presOf" srcId="{8F495E4B-BD09-4907-8CC9-434B9B148347}" destId="{24A60C4C-796D-4752-AEB8-23E0905A91B1}" srcOrd="0" destOrd="0" presId="urn:microsoft.com/office/officeart/2005/8/layout/hierarchy2"/>
    <dgm:cxn modelId="{87572418-1858-421C-BE07-693D35FB8FA3}" type="presOf" srcId="{5555B5CA-FA32-41FE-9C1A-FA8FCE84A2F6}" destId="{2D5D1798-13D0-47F3-856C-846AC8757BF2}" srcOrd="0" destOrd="0" presId="urn:microsoft.com/office/officeart/2005/8/layout/hierarchy2"/>
    <dgm:cxn modelId="{B63E261C-67CE-44E3-8AF8-0D285A5F84F7}" srcId="{C9E62359-0346-449F-9007-32A8D6A829A0}" destId="{75A0E7C9-F999-47E7-9E26-B58894E25CE2}" srcOrd="1" destOrd="0" parTransId="{17B17551-6090-4254-B9FD-B11A3BD09769}" sibTransId="{09999473-D7C0-4A30-85C4-B2374F381A1A}"/>
    <dgm:cxn modelId="{9C783921-C585-4419-A663-53FE38CA6313}" srcId="{3EE03AD6-2B8F-4909-80AB-8CA2C7277010}" destId="{D347F1D4-F26A-45E1-BA17-EEC138B94E75}" srcOrd="0" destOrd="0" parTransId="{D0E4A4D7-D163-4DC5-90B8-FD89BE95E087}" sibTransId="{92C20F42-718A-4D38-B3B6-E2C850C5A2E9}"/>
    <dgm:cxn modelId="{DCB93B48-4EEB-4766-9FCD-7AF7DF456BA1}" type="presOf" srcId="{3086B86E-5616-4A4A-AC53-34458F175412}" destId="{80E1B299-F242-4EC8-9257-B4A0D1DA7238}" srcOrd="1" destOrd="0" presId="urn:microsoft.com/office/officeart/2005/8/layout/hierarchy2"/>
    <dgm:cxn modelId="{37710BFC-30BC-4CDB-9FC9-E51C5E8A9638}" srcId="{D347F1D4-F26A-45E1-BA17-EEC138B94E75}" destId="{88F96FED-FDC7-45D3-859C-5346120A3CE4}" srcOrd="0" destOrd="0" parTransId="{8C5BC7D1-9B1E-4536-8387-EBC55BF22BB2}" sibTransId="{1D8F0814-EDEE-4A08-8AB3-BF203FCA4F63}"/>
    <dgm:cxn modelId="{0F9FFB89-F0A2-40AF-8AC2-3844E0FD6D57}" type="presOf" srcId="{A98F7487-EE32-41A5-84EE-C4F8BDF65BEE}" destId="{FAEC79F8-F151-4185-822E-60ED9172F2DF}" srcOrd="1" destOrd="0" presId="urn:microsoft.com/office/officeart/2005/8/layout/hierarchy2"/>
    <dgm:cxn modelId="{E4EB3AA2-2176-4F35-B257-98B4035840C0}" type="presOf" srcId="{330A4B5B-0F20-4340-A1F1-228C175DEDBF}" destId="{AC5F08C9-6069-4B95-A3E6-E099BACC5693}" srcOrd="0" destOrd="0" presId="urn:microsoft.com/office/officeart/2005/8/layout/hierarchy2"/>
    <dgm:cxn modelId="{148685B8-D4E3-4FB4-A30E-0C8694642B35}" type="presOf" srcId="{6AB7E168-5DA7-4B3C-8C27-56D03A2693CE}" destId="{725DDEA0-946C-4F3C-B1D0-A5416F9F2327}" srcOrd="0" destOrd="0" presId="urn:microsoft.com/office/officeart/2005/8/layout/hierarchy2"/>
    <dgm:cxn modelId="{FE8C1897-8222-4C78-A9BF-72BABBB4DC60}" type="presOf" srcId="{51084524-DC6F-4967-BD2F-BC447090FB11}" destId="{B8496B2D-3F3C-4761-BB1C-BDE558A93D2F}" srcOrd="1" destOrd="0" presId="urn:microsoft.com/office/officeart/2005/8/layout/hierarchy2"/>
    <dgm:cxn modelId="{BFD390B7-A9D9-49EA-BE4F-32D56041C96D}" type="presOf" srcId="{38CACD0C-000A-491F-AB83-20EABD1D5DF2}" destId="{24486F07-485D-4EE7-B93F-5C569291CAF0}" srcOrd="1" destOrd="0" presId="urn:microsoft.com/office/officeart/2005/8/layout/hierarchy2"/>
    <dgm:cxn modelId="{C9E20DBD-590F-459B-BFD2-72AD37AF3001}" type="presOf" srcId="{C9E62359-0346-449F-9007-32A8D6A829A0}" destId="{AC8807C4-25A9-4A31-9488-D52146F3EA60}" srcOrd="0" destOrd="0" presId="urn:microsoft.com/office/officeart/2005/8/layout/hierarchy2"/>
    <dgm:cxn modelId="{DEA45A08-7116-4A79-809E-A6A66A51F669}" type="presOf" srcId="{D347F1D4-F26A-45E1-BA17-EEC138B94E75}" destId="{4239E2E0-DF59-4A93-B58A-27F08254DE3C}" srcOrd="0" destOrd="0" presId="urn:microsoft.com/office/officeart/2005/8/layout/hierarchy2"/>
    <dgm:cxn modelId="{96AEC2DD-0A02-49B9-BBE8-B64271683F39}" type="presOf" srcId="{D0A7C0CD-25C8-49E4-A3CE-12E618CE9C2C}" destId="{B889ABC2-5035-43BD-9E84-B33A2BF03907}" srcOrd="1" destOrd="0" presId="urn:microsoft.com/office/officeart/2005/8/layout/hierarchy2"/>
    <dgm:cxn modelId="{A8DA7176-C29E-457B-9A8C-02B7F3D135E2}" type="presOf" srcId="{87BE7A26-EDCC-4046-BEE5-31BBD9C817FB}" destId="{DE11843C-B8A1-4C58-AC7C-94B38A68CD1D}" srcOrd="0" destOrd="0" presId="urn:microsoft.com/office/officeart/2005/8/layout/hierarchy2"/>
    <dgm:cxn modelId="{CD1E0A4B-E540-4186-9960-FEA112CCA950}" srcId="{88F96FED-FDC7-45D3-859C-5346120A3CE4}" destId="{87BE7A26-EDCC-4046-BEE5-31BBD9C817FB}" srcOrd="0" destOrd="0" parTransId="{51084524-DC6F-4967-BD2F-BC447090FB11}" sibTransId="{8808C215-04BE-4FB1-A54C-2DD8051FE0CF}"/>
    <dgm:cxn modelId="{920DBC93-64F5-4623-A836-0558AEB70FC4}" type="presOf" srcId="{8C5BC7D1-9B1E-4536-8387-EBC55BF22BB2}" destId="{B2E5F561-B2A1-4833-B048-A1B02A0ABB19}" srcOrd="0" destOrd="0" presId="urn:microsoft.com/office/officeart/2005/8/layout/hierarchy2"/>
    <dgm:cxn modelId="{89FA24A7-7FEE-49A9-8CE5-04DED5C749FB}" type="presOf" srcId="{0410A3F5-1238-43B5-812E-62CAC1FC9ECA}" destId="{6CAFCE54-59E4-41A4-A56D-40C4F2DBFA65}" srcOrd="1" destOrd="0" presId="urn:microsoft.com/office/officeart/2005/8/layout/hierarchy2"/>
    <dgm:cxn modelId="{9B449C3B-9E05-4434-85E4-BAE8421DD4AC}" type="presOf" srcId="{3086B86E-5616-4A4A-AC53-34458F175412}" destId="{85296965-08BC-4332-A16A-639B55497884}" srcOrd="0" destOrd="0" presId="urn:microsoft.com/office/officeart/2005/8/layout/hierarchy2"/>
    <dgm:cxn modelId="{A1E19BEA-8D9B-4AE3-BDE1-53CD08403BB5}" type="presOf" srcId="{A98F7487-EE32-41A5-84EE-C4F8BDF65BEE}" destId="{FA958942-B49F-4D6B-B6E4-2E68A148A1CA}" srcOrd="0" destOrd="0" presId="urn:microsoft.com/office/officeart/2005/8/layout/hierarchy2"/>
    <dgm:cxn modelId="{B618E012-FB69-4358-AA56-AE74C3C526DF}" type="presOf" srcId="{3EE03AD6-2B8F-4909-80AB-8CA2C7277010}" destId="{9AE19EB5-D345-4018-BA7D-640A355CA1BF}" srcOrd="0" destOrd="0" presId="urn:microsoft.com/office/officeart/2005/8/layout/hierarchy2"/>
    <dgm:cxn modelId="{33099FC8-63AC-4936-98ED-1F745A0AE036}" type="presOf" srcId="{88F96FED-FDC7-45D3-859C-5346120A3CE4}" destId="{AC9D83E4-E6E9-43B0-A526-10F22F7C8F8B}" srcOrd="0" destOrd="0" presId="urn:microsoft.com/office/officeart/2005/8/layout/hierarchy2"/>
    <dgm:cxn modelId="{B84E427E-D086-481B-AFB5-6C3D916DFCB7}" type="presOf" srcId="{9BAA2840-DE4E-445F-BF37-51C2513ADFAD}" destId="{1565E62D-74E5-4FBA-9585-4C35E5BFEB46}" srcOrd="0" destOrd="0" presId="urn:microsoft.com/office/officeart/2005/8/layout/hierarchy2"/>
    <dgm:cxn modelId="{DC4A0A8B-AF26-47E9-98DF-6BEC2AC85FFB}" type="presOf" srcId="{98408035-2C4C-41EA-802A-90EBD0FEBE89}" destId="{D66DC843-A428-40E3-93A4-AF0C9164E008}" srcOrd="0" destOrd="0" presId="urn:microsoft.com/office/officeart/2005/8/layout/hierarchy2"/>
    <dgm:cxn modelId="{7F69E826-071E-4E0E-88C4-AA671E7853D9}" type="presOf" srcId="{17B17551-6090-4254-B9FD-B11A3BD09769}" destId="{BA304C75-F4F8-40E3-9EC3-A488CB53BEB7}" srcOrd="1" destOrd="0" presId="urn:microsoft.com/office/officeart/2005/8/layout/hierarchy2"/>
    <dgm:cxn modelId="{D8AE5A69-D053-4A4E-B02C-28FA437C66E8}" type="presOf" srcId="{8C5BC7D1-9B1E-4536-8387-EBC55BF22BB2}" destId="{C5C73B23-60CA-42BA-B64E-1C98E0E69C3B}" srcOrd="1" destOrd="0" presId="urn:microsoft.com/office/officeart/2005/8/layout/hierarchy2"/>
    <dgm:cxn modelId="{C2604291-B091-454F-AF19-96E47B9A43BB}" type="presOf" srcId="{D0A7C0CD-25C8-49E4-A3CE-12E618CE9C2C}" destId="{8BCBBFE6-C6FD-4916-8A1A-151FA3650AB5}" srcOrd="0" destOrd="0" presId="urn:microsoft.com/office/officeart/2005/8/layout/hierarchy2"/>
    <dgm:cxn modelId="{21EEB3EC-DD3D-44C7-A701-703FD5230F68}" type="presOf" srcId="{98408035-2C4C-41EA-802A-90EBD0FEBE89}" destId="{5AFD22BD-C17C-4AD8-9A81-24C74DB5571B}" srcOrd="1" destOrd="0" presId="urn:microsoft.com/office/officeart/2005/8/layout/hierarchy2"/>
    <dgm:cxn modelId="{B5E1A14F-AFF1-474A-95EC-91F7978BBB98}" srcId="{C9E62359-0346-449F-9007-32A8D6A829A0}" destId="{330A4B5B-0F20-4340-A1F1-228C175DEDBF}" srcOrd="0" destOrd="0" parTransId="{38CACD0C-000A-491F-AB83-20EABD1D5DF2}" sibTransId="{23DFA027-16E1-4B1D-A571-E68364F27968}"/>
    <dgm:cxn modelId="{D38E54DA-0027-4D29-BA17-C80BAACF27AA}" type="presOf" srcId="{0410A3F5-1238-43B5-812E-62CAC1FC9ECA}" destId="{AF034828-0593-437B-A8F4-989704FE65A3}" srcOrd="0" destOrd="0" presId="urn:microsoft.com/office/officeart/2005/8/layout/hierarchy2"/>
    <dgm:cxn modelId="{9FEAA2E1-F2F8-4CC6-938E-A08EAD972AC2}" type="presOf" srcId="{75A0E7C9-F999-47E7-9E26-B58894E25CE2}" destId="{1454FAA8-5A86-4845-8EA1-6B5AC727854C}" srcOrd="0" destOrd="0" presId="urn:microsoft.com/office/officeart/2005/8/layout/hierarchy2"/>
    <dgm:cxn modelId="{12DD4E2E-2933-415A-A727-C19D4262F279}" srcId="{D347F1D4-F26A-45E1-BA17-EEC138B94E75}" destId="{C9E62359-0346-449F-9007-32A8D6A829A0}" srcOrd="1" destOrd="0" parTransId="{D0A7C0CD-25C8-49E4-A3CE-12E618CE9C2C}" sibTransId="{1FE4F8C3-E925-41BE-84B1-36715F042691}"/>
    <dgm:cxn modelId="{EFE5AC56-A645-4495-B5A0-4E466D6C7EE5}" srcId="{88F96FED-FDC7-45D3-859C-5346120A3CE4}" destId="{5555B5CA-FA32-41FE-9C1A-FA8FCE84A2F6}" srcOrd="3" destOrd="0" parTransId="{98408035-2C4C-41EA-802A-90EBD0FEBE89}" sibTransId="{22CFA8AE-A992-4CB0-BBE6-D2B0FFF26E4C}"/>
    <dgm:cxn modelId="{085EF552-E624-4A5B-B47E-840597BF7B54}" type="presOf" srcId="{51084524-DC6F-4967-BD2F-BC447090FB11}" destId="{F6C87DC0-1749-4E15-B855-90A6E117D240}" srcOrd="0" destOrd="0" presId="urn:microsoft.com/office/officeart/2005/8/layout/hierarchy2"/>
    <dgm:cxn modelId="{709F8D85-C702-4AAD-BFD0-8210E2CE4031}" srcId="{88F96FED-FDC7-45D3-859C-5346120A3CE4}" destId="{8F495E4B-BD09-4907-8CC9-434B9B148347}" srcOrd="1" destOrd="0" parTransId="{A98F7487-EE32-41A5-84EE-C4F8BDF65BEE}" sibTransId="{34B52CE9-8242-4960-AA52-0F822242F131}"/>
    <dgm:cxn modelId="{C0CB2D48-B7D5-41A0-866D-E3C329A49BFB}" type="presOf" srcId="{38CACD0C-000A-491F-AB83-20EABD1D5DF2}" destId="{D78F566A-8193-40C7-8B21-963D2D6029B1}" srcOrd="0" destOrd="0" presId="urn:microsoft.com/office/officeart/2005/8/layout/hierarchy2"/>
    <dgm:cxn modelId="{EB189BC4-0AA9-484D-849B-7146F1931030}" type="presOf" srcId="{17B17551-6090-4254-B9FD-B11A3BD09769}" destId="{8702774C-2E92-4750-AD89-2F6FAB430B9E}" srcOrd="0" destOrd="0" presId="urn:microsoft.com/office/officeart/2005/8/layout/hierarchy2"/>
    <dgm:cxn modelId="{351AAE21-8C54-417C-9A88-4C74269CA0A8}" type="presParOf" srcId="{9AE19EB5-D345-4018-BA7D-640A355CA1BF}" destId="{E4956CD0-15BE-42FC-AF87-AE15E6C83E4B}" srcOrd="0" destOrd="0" presId="urn:microsoft.com/office/officeart/2005/8/layout/hierarchy2"/>
    <dgm:cxn modelId="{37ECEDE5-8C7E-46BD-BE0D-2C5CE00AF847}" type="presParOf" srcId="{E4956CD0-15BE-42FC-AF87-AE15E6C83E4B}" destId="{4239E2E0-DF59-4A93-B58A-27F08254DE3C}" srcOrd="0" destOrd="0" presId="urn:microsoft.com/office/officeart/2005/8/layout/hierarchy2"/>
    <dgm:cxn modelId="{DED96AC4-1F94-4EB3-BE86-CB1C2A1A5800}" type="presParOf" srcId="{E4956CD0-15BE-42FC-AF87-AE15E6C83E4B}" destId="{A6BA7477-9CB5-4435-AF1E-2DFEF11EB9B1}" srcOrd="1" destOrd="0" presId="urn:microsoft.com/office/officeart/2005/8/layout/hierarchy2"/>
    <dgm:cxn modelId="{07084867-F62F-4406-B6BB-64DB4B5A25C8}" type="presParOf" srcId="{A6BA7477-9CB5-4435-AF1E-2DFEF11EB9B1}" destId="{B2E5F561-B2A1-4833-B048-A1B02A0ABB19}" srcOrd="0" destOrd="0" presId="urn:microsoft.com/office/officeart/2005/8/layout/hierarchy2"/>
    <dgm:cxn modelId="{186A8B8A-986F-4A79-88E2-EA07FD0EF621}" type="presParOf" srcId="{B2E5F561-B2A1-4833-B048-A1B02A0ABB19}" destId="{C5C73B23-60CA-42BA-B64E-1C98E0E69C3B}" srcOrd="0" destOrd="0" presId="urn:microsoft.com/office/officeart/2005/8/layout/hierarchy2"/>
    <dgm:cxn modelId="{7E4D529C-4595-4B31-81CC-9735979A61F5}" type="presParOf" srcId="{A6BA7477-9CB5-4435-AF1E-2DFEF11EB9B1}" destId="{46FA5109-6E59-4AFE-9377-3775EEE77264}" srcOrd="1" destOrd="0" presId="urn:microsoft.com/office/officeart/2005/8/layout/hierarchy2"/>
    <dgm:cxn modelId="{85E09097-0394-4C8E-A12F-6176ABECD21E}" type="presParOf" srcId="{46FA5109-6E59-4AFE-9377-3775EEE77264}" destId="{AC9D83E4-E6E9-43B0-A526-10F22F7C8F8B}" srcOrd="0" destOrd="0" presId="urn:microsoft.com/office/officeart/2005/8/layout/hierarchy2"/>
    <dgm:cxn modelId="{6ABFFF79-E086-4385-B93E-E20AF5E44491}" type="presParOf" srcId="{46FA5109-6E59-4AFE-9377-3775EEE77264}" destId="{D7BA4E26-C693-4B72-ABBC-322777E51AA9}" srcOrd="1" destOrd="0" presId="urn:microsoft.com/office/officeart/2005/8/layout/hierarchy2"/>
    <dgm:cxn modelId="{BD2BA084-277E-4255-A7F7-D7F173D122DD}" type="presParOf" srcId="{D7BA4E26-C693-4B72-ABBC-322777E51AA9}" destId="{F6C87DC0-1749-4E15-B855-90A6E117D240}" srcOrd="0" destOrd="0" presId="urn:microsoft.com/office/officeart/2005/8/layout/hierarchy2"/>
    <dgm:cxn modelId="{F8B7BEDA-B5A3-4155-AE40-2DD409D6CBA9}" type="presParOf" srcId="{F6C87DC0-1749-4E15-B855-90A6E117D240}" destId="{B8496B2D-3F3C-4761-BB1C-BDE558A93D2F}" srcOrd="0" destOrd="0" presId="urn:microsoft.com/office/officeart/2005/8/layout/hierarchy2"/>
    <dgm:cxn modelId="{EF1C5C42-6823-41ED-852E-5CCA2C2A01BA}" type="presParOf" srcId="{D7BA4E26-C693-4B72-ABBC-322777E51AA9}" destId="{ECD48A95-A2D2-4065-81AA-094DA0F403B2}" srcOrd="1" destOrd="0" presId="urn:microsoft.com/office/officeart/2005/8/layout/hierarchy2"/>
    <dgm:cxn modelId="{1685857E-2783-4FB8-B704-E7A31DF6CE39}" type="presParOf" srcId="{ECD48A95-A2D2-4065-81AA-094DA0F403B2}" destId="{DE11843C-B8A1-4C58-AC7C-94B38A68CD1D}" srcOrd="0" destOrd="0" presId="urn:microsoft.com/office/officeart/2005/8/layout/hierarchy2"/>
    <dgm:cxn modelId="{A0A4FB00-AEDE-4224-AC35-8AB68DEC8404}" type="presParOf" srcId="{ECD48A95-A2D2-4065-81AA-094DA0F403B2}" destId="{8810D9FC-A903-4BFD-BE5E-96A0C5ADEF65}" srcOrd="1" destOrd="0" presId="urn:microsoft.com/office/officeart/2005/8/layout/hierarchy2"/>
    <dgm:cxn modelId="{4051A4DE-7733-491F-9A30-4721B873A937}" type="presParOf" srcId="{D7BA4E26-C693-4B72-ABBC-322777E51AA9}" destId="{FA958942-B49F-4D6B-B6E4-2E68A148A1CA}" srcOrd="2" destOrd="0" presId="urn:microsoft.com/office/officeart/2005/8/layout/hierarchy2"/>
    <dgm:cxn modelId="{DF5676D7-10EC-4ACF-8424-1D884EDEEBBB}" type="presParOf" srcId="{FA958942-B49F-4D6B-B6E4-2E68A148A1CA}" destId="{FAEC79F8-F151-4185-822E-60ED9172F2DF}" srcOrd="0" destOrd="0" presId="urn:microsoft.com/office/officeart/2005/8/layout/hierarchy2"/>
    <dgm:cxn modelId="{69187E3B-79B3-45A6-9B8D-4E9D81177514}" type="presParOf" srcId="{D7BA4E26-C693-4B72-ABBC-322777E51AA9}" destId="{4BAFE0F4-0639-416B-BEE8-2D16A0B96DB8}" srcOrd="3" destOrd="0" presId="urn:microsoft.com/office/officeart/2005/8/layout/hierarchy2"/>
    <dgm:cxn modelId="{04588070-6FF8-49AA-8AF5-B19A380ACAE5}" type="presParOf" srcId="{4BAFE0F4-0639-416B-BEE8-2D16A0B96DB8}" destId="{24A60C4C-796D-4752-AEB8-23E0905A91B1}" srcOrd="0" destOrd="0" presId="urn:microsoft.com/office/officeart/2005/8/layout/hierarchy2"/>
    <dgm:cxn modelId="{F51E2A6B-6F54-42EC-90A3-014C6691F086}" type="presParOf" srcId="{4BAFE0F4-0639-416B-BEE8-2D16A0B96DB8}" destId="{73280254-CB35-458D-A55D-1A06D7ABA200}" srcOrd="1" destOrd="0" presId="urn:microsoft.com/office/officeart/2005/8/layout/hierarchy2"/>
    <dgm:cxn modelId="{A88A2EFB-458B-49D6-A417-8D3CC56BCF89}" type="presParOf" srcId="{D7BA4E26-C693-4B72-ABBC-322777E51AA9}" destId="{85296965-08BC-4332-A16A-639B55497884}" srcOrd="4" destOrd="0" presId="urn:microsoft.com/office/officeart/2005/8/layout/hierarchy2"/>
    <dgm:cxn modelId="{7E6E42EA-6699-4C28-97AA-E0108891AECF}" type="presParOf" srcId="{85296965-08BC-4332-A16A-639B55497884}" destId="{80E1B299-F242-4EC8-9257-B4A0D1DA7238}" srcOrd="0" destOrd="0" presId="urn:microsoft.com/office/officeart/2005/8/layout/hierarchy2"/>
    <dgm:cxn modelId="{0F549BE1-BCC4-433E-B0B7-821E4A6FBBED}" type="presParOf" srcId="{D7BA4E26-C693-4B72-ABBC-322777E51AA9}" destId="{E9B81161-88D6-46DD-9738-35EA9C0071E7}" srcOrd="5" destOrd="0" presId="urn:microsoft.com/office/officeart/2005/8/layout/hierarchy2"/>
    <dgm:cxn modelId="{543328C7-3731-4491-9DF6-10D14205C55F}" type="presParOf" srcId="{E9B81161-88D6-46DD-9738-35EA9C0071E7}" destId="{1565E62D-74E5-4FBA-9585-4C35E5BFEB46}" srcOrd="0" destOrd="0" presId="urn:microsoft.com/office/officeart/2005/8/layout/hierarchy2"/>
    <dgm:cxn modelId="{8DC147CC-AB9A-45F1-9D9B-08EED461EA6A}" type="presParOf" srcId="{E9B81161-88D6-46DD-9738-35EA9C0071E7}" destId="{2B5CE612-8303-4AA3-9652-1C89BC3AE1C6}" srcOrd="1" destOrd="0" presId="urn:microsoft.com/office/officeart/2005/8/layout/hierarchy2"/>
    <dgm:cxn modelId="{A8173B59-0A6F-45A4-ACB2-F6636FA4798A}" type="presParOf" srcId="{D7BA4E26-C693-4B72-ABBC-322777E51AA9}" destId="{D66DC843-A428-40E3-93A4-AF0C9164E008}" srcOrd="6" destOrd="0" presId="urn:microsoft.com/office/officeart/2005/8/layout/hierarchy2"/>
    <dgm:cxn modelId="{7EB1FE14-EE90-41BC-BAD2-815FD79ABA7B}" type="presParOf" srcId="{D66DC843-A428-40E3-93A4-AF0C9164E008}" destId="{5AFD22BD-C17C-4AD8-9A81-24C74DB5571B}" srcOrd="0" destOrd="0" presId="urn:microsoft.com/office/officeart/2005/8/layout/hierarchy2"/>
    <dgm:cxn modelId="{21863CE0-F629-463F-A093-AA16F15B0A9B}" type="presParOf" srcId="{D7BA4E26-C693-4B72-ABBC-322777E51AA9}" destId="{D269B782-AA7F-47E2-86C1-4F16E934776C}" srcOrd="7" destOrd="0" presId="urn:microsoft.com/office/officeart/2005/8/layout/hierarchy2"/>
    <dgm:cxn modelId="{FA0E210C-638C-4836-8381-7353E152086D}" type="presParOf" srcId="{D269B782-AA7F-47E2-86C1-4F16E934776C}" destId="{2D5D1798-13D0-47F3-856C-846AC8757BF2}" srcOrd="0" destOrd="0" presId="urn:microsoft.com/office/officeart/2005/8/layout/hierarchy2"/>
    <dgm:cxn modelId="{259C31D9-9FA2-4C62-A598-24790C4218BB}" type="presParOf" srcId="{D269B782-AA7F-47E2-86C1-4F16E934776C}" destId="{D4CC1676-B3A6-4380-AA27-4FB966C3E994}" srcOrd="1" destOrd="0" presId="urn:microsoft.com/office/officeart/2005/8/layout/hierarchy2"/>
    <dgm:cxn modelId="{2569DE6A-B75D-4E56-8061-4D504242FA97}" type="presParOf" srcId="{A6BA7477-9CB5-4435-AF1E-2DFEF11EB9B1}" destId="{8BCBBFE6-C6FD-4916-8A1A-151FA3650AB5}" srcOrd="2" destOrd="0" presId="urn:microsoft.com/office/officeart/2005/8/layout/hierarchy2"/>
    <dgm:cxn modelId="{8F73C78F-DFAE-4F64-A366-6BC2ED9EA053}" type="presParOf" srcId="{8BCBBFE6-C6FD-4916-8A1A-151FA3650AB5}" destId="{B889ABC2-5035-43BD-9E84-B33A2BF03907}" srcOrd="0" destOrd="0" presId="urn:microsoft.com/office/officeart/2005/8/layout/hierarchy2"/>
    <dgm:cxn modelId="{4C0EBD30-7415-4AF5-B6D1-FC49A2DCC421}" type="presParOf" srcId="{A6BA7477-9CB5-4435-AF1E-2DFEF11EB9B1}" destId="{B12AD23A-DF3C-42B7-B339-FC3A91155409}" srcOrd="3" destOrd="0" presId="urn:microsoft.com/office/officeart/2005/8/layout/hierarchy2"/>
    <dgm:cxn modelId="{9A84B259-ED97-4CB0-BE02-DE5C485DC99A}" type="presParOf" srcId="{B12AD23A-DF3C-42B7-B339-FC3A91155409}" destId="{AC8807C4-25A9-4A31-9488-D52146F3EA60}" srcOrd="0" destOrd="0" presId="urn:microsoft.com/office/officeart/2005/8/layout/hierarchy2"/>
    <dgm:cxn modelId="{5F4FDD26-8C5D-40C2-99B3-B4413E8B488A}" type="presParOf" srcId="{B12AD23A-DF3C-42B7-B339-FC3A91155409}" destId="{0742FFB2-D394-4C15-A4CA-AFF1FFE07F4C}" srcOrd="1" destOrd="0" presId="urn:microsoft.com/office/officeart/2005/8/layout/hierarchy2"/>
    <dgm:cxn modelId="{8BCA3B5F-BD5F-4FEA-A524-36DC027613AD}" type="presParOf" srcId="{0742FFB2-D394-4C15-A4CA-AFF1FFE07F4C}" destId="{D78F566A-8193-40C7-8B21-963D2D6029B1}" srcOrd="0" destOrd="0" presId="urn:microsoft.com/office/officeart/2005/8/layout/hierarchy2"/>
    <dgm:cxn modelId="{74799C32-401E-4E8E-8DFC-4463671507D0}" type="presParOf" srcId="{D78F566A-8193-40C7-8B21-963D2D6029B1}" destId="{24486F07-485D-4EE7-B93F-5C569291CAF0}" srcOrd="0" destOrd="0" presId="urn:microsoft.com/office/officeart/2005/8/layout/hierarchy2"/>
    <dgm:cxn modelId="{4D40A5C3-105E-4F2E-9D08-10F2CBF16164}" type="presParOf" srcId="{0742FFB2-D394-4C15-A4CA-AFF1FFE07F4C}" destId="{F8B3B20C-3A9B-482F-BCC8-BC4385ACA479}" srcOrd="1" destOrd="0" presId="urn:microsoft.com/office/officeart/2005/8/layout/hierarchy2"/>
    <dgm:cxn modelId="{B10B1980-1AAC-4DC7-BEE2-BE19F7DA7C35}" type="presParOf" srcId="{F8B3B20C-3A9B-482F-BCC8-BC4385ACA479}" destId="{AC5F08C9-6069-4B95-A3E6-E099BACC5693}" srcOrd="0" destOrd="0" presId="urn:microsoft.com/office/officeart/2005/8/layout/hierarchy2"/>
    <dgm:cxn modelId="{76C1F149-5F36-4EFB-8E44-FCE5A2ECD647}" type="presParOf" srcId="{F8B3B20C-3A9B-482F-BCC8-BC4385ACA479}" destId="{D69A59E5-82BF-448C-9034-4DC216949BD4}" srcOrd="1" destOrd="0" presId="urn:microsoft.com/office/officeart/2005/8/layout/hierarchy2"/>
    <dgm:cxn modelId="{41807CE4-5A54-4B9D-84DE-3337C19CDB01}" type="presParOf" srcId="{0742FFB2-D394-4C15-A4CA-AFF1FFE07F4C}" destId="{8702774C-2E92-4750-AD89-2F6FAB430B9E}" srcOrd="2" destOrd="0" presId="urn:microsoft.com/office/officeart/2005/8/layout/hierarchy2"/>
    <dgm:cxn modelId="{C81CC347-5FD3-464C-9067-6B7C6F5B6585}" type="presParOf" srcId="{8702774C-2E92-4750-AD89-2F6FAB430B9E}" destId="{BA304C75-F4F8-40E3-9EC3-A488CB53BEB7}" srcOrd="0" destOrd="0" presId="urn:microsoft.com/office/officeart/2005/8/layout/hierarchy2"/>
    <dgm:cxn modelId="{E20BD944-5AB7-4C34-9998-1C239FD956B9}" type="presParOf" srcId="{0742FFB2-D394-4C15-A4CA-AFF1FFE07F4C}" destId="{E9EC4A37-9BA9-4C5D-B29D-7E0FBF57A538}" srcOrd="3" destOrd="0" presId="urn:microsoft.com/office/officeart/2005/8/layout/hierarchy2"/>
    <dgm:cxn modelId="{492CF731-32D6-4B97-BDD8-1B286A5F8518}" type="presParOf" srcId="{E9EC4A37-9BA9-4C5D-B29D-7E0FBF57A538}" destId="{1454FAA8-5A86-4845-8EA1-6B5AC727854C}" srcOrd="0" destOrd="0" presId="urn:microsoft.com/office/officeart/2005/8/layout/hierarchy2"/>
    <dgm:cxn modelId="{6BE3F962-1E81-4303-BE22-F012BBD20989}" type="presParOf" srcId="{E9EC4A37-9BA9-4C5D-B29D-7E0FBF57A538}" destId="{943D6D63-F8DD-4FA4-BE2E-E57E0243C699}" srcOrd="1" destOrd="0" presId="urn:microsoft.com/office/officeart/2005/8/layout/hierarchy2"/>
    <dgm:cxn modelId="{56F2D640-2AFE-498F-A2BB-F44FE6A5FE37}" type="presParOf" srcId="{0742FFB2-D394-4C15-A4CA-AFF1FFE07F4C}" destId="{AF034828-0593-437B-A8F4-989704FE65A3}" srcOrd="4" destOrd="0" presId="urn:microsoft.com/office/officeart/2005/8/layout/hierarchy2"/>
    <dgm:cxn modelId="{F26DB060-7952-49A2-AF81-4B757A45D8A4}" type="presParOf" srcId="{AF034828-0593-437B-A8F4-989704FE65A3}" destId="{6CAFCE54-59E4-41A4-A56D-40C4F2DBFA65}" srcOrd="0" destOrd="0" presId="urn:microsoft.com/office/officeart/2005/8/layout/hierarchy2"/>
    <dgm:cxn modelId="{075CA9A1-7830-4659-9BEB-266A64C32D67}" type="presParOf" srcId="{0742FFB2-D394-4C15-A4CA-AFF1FFE07F4C}" destId="{F573B332-2D44-4FFC-BEC5-9289A2F8342F}" srcOrd="5" destOrd="0" presId="urn:microsoft.com/office/officeart/2005/8/layout/hierarchy2"/>
    <dgm:cxn modelId="{E3E9F101-4566-471F-A4AC-6E05199FBE63}" type="presParOf" srcId="{F573B332-2D44-4FFC-BEC5-9289A2F8342F}" destId="{725DDEA0-946C-4F3C-B1D0-A5416F9F2327}" srcOrd="0" destOrd="0" presId="urn:microsoft.com/office/officeart/2005/8/layout/hierarchy2"/>
    <dgm:cxn modelId="{8AE659EE-8346-41D8-9C12-CCC94E0BEC30}" type="presParOf" srcId="{F573B332-2D44-4FFC-BEC5-9289A2F8342F}" destId="{85250102-A693-4B76-9889-A323432FDA7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9E2E0-DF59-4A93-B58A-27F08254DE3C}">
      <dsp:nvSpPr>
        <dsp:cNvPr id="0" name=""/>
        <dsp:cNvSpPr/>
      </dsp:nvSpPr>
      <dsp:spPr>
        <a:xfrm>
          <a:off x="384629" y="2325743"/>
          <a:ext cx="1355159" cy="677579"/>
        </a:xfrm>
        <a:prstGeom prst="roundRect">
          <a:avLst>
            <a:gd name="adj" fmla="val 10000"/>
          </a:avLst>
        </a:prstGeom>
        <a:solidFill>
          <a:schemeClr val="accent2">
            <a:alpha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Malicious Software</a:t>
          </a:r>
          <a:endParaRPr lang="en-US" sz="1900" kern="1200" dirty="0"/>
        </a:p>
      </dsp:txBody>
      <dsp:txXfrm>
        <a:off x="404475" y="2345589"/>
        <a:ext cx="1315467" cy="637887"/>
      </dsp:txXfrm>
    </dsp:sp>
    <dsp:sp modelId="{B2E5F561-B2A1-4833-B048-A1B02A0ABB19}">
      <dsp:nvSpPr>
        <dsp:cNvPr id="0" name=""/>
        <dsp:cNvSpPr/>
      </dsp:nvSpPr>
      <dsp:spPr>
        <a:xfrm rot="17576630">
          <a:off x="1171387" y="1795305"/>
          <a:ext cx="1863086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863086" y="11381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2056353" y="1760109"/>
        <a:ext cx="93154" cy="93154"/>
      </dsp:txXfrm>
    </dsp:sp>
    <dsp:sp modelId="{AC9D83E4-E6E9-43B0-A526-10F22F7C8F8B}">
      <dsp:nvSpPr>
        <dsp:cNvPr id="0" name=""/>
        <dsp:cNvSpPr/>
      </dsp:nvSpPr>
      <dsp:spPr>
        <a:xfrm>
          <a:off x="2466072" y="610050"/>
          <a:ext cx="1355159" cy="677579"/>
        </a:xfrm>
        <a:prstGeom prst="roundRect">
          <a:avLst>
            <a:gd name="adj" fmla="val 10000"/>
          </a:avLst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Host based</a:t>
          </a:r>
          <a:endParaRPr lang="en-US" sz="1900" kern="1200" dirty="0"/>
        </a:p>
      </dsp:txBody>
      <dsp:txXfrm>
        <a:off x="2485918" y="629896"/>
        <a:ext cx="1315467" cy="637887"/>
      </dsp:txXfrm>
    </dsp:sp>
    <dsp:sp modelId="{F6C87DC0-1749-4E15-B855-90A6E117D240}">
      <dsp:nvSpPr>
        <dsp:cNvPr id="0" name=""/>
        <dsp:cNvSpPr/>
      </dsp:nvSpPr>
      <dsp:spPr>
        <a:xfrm rot="20287451">
          <a:off x="3762524" y="633676"/>
          <a:ext cx="1630627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630627" y="11381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537071" y="604292"/>
        <a:ext cx="81531" cy="81531"/>
      </dsp:txXfrm>
    </dsp:sp>
    <dsp:sp modelId="{DE11843C-B8A1-4C58-AC7C-94B38A68CD1D}">
      <dsp:nvSpPr>
        <dsp:cNvPr id="0" name=""/>
        <dsp:cNvSpPr/>
      </dsp:nvSpPr>
      <dsp:spPr>
        <a:xfrm>
          <a:off x="5334443" y="2485"/>
          <a:ext cx="1355159" cy="677579"/>
        </a:xfrm>
        <a:prstGeom prst="roundRect">
          <a:avLst>
            <a:gd name="adj" fmla="val 10000"/>
          </a:avLst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Trap Doors</a:t>
          </a:r>
          <a:endParaRPr lang="en-US" sz="1900" kern="1200" dirty="0"/>
        </a:p>
      </dsp:txBody>
      <dsp:txXfrm>
        <a:off x="5354289" y="22331"/>
        <a:ext cx="1315467" cy="637887"/>
      </dsp:txXfrm>
    </dsp:sp>
    <dsp:sp modelId="{FA958942-B49F-4D6B-B6E4-2E68A148A1CA}">
      <dsp:nvSpPr>
        <dsp:cNvPr id="0" name=""/>
        <dsp:cNvSpPr/>
      </dsp:nvSpPr>
      <dsp:spPr>
        <a:xfrm rot="388301">
          <a:off x="3816379" y="1023284"/>
          <a:ext cx="1522916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522916" y="11381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539764" y="996593"/>
        <a:ext cx="76145" cy="76145"/>
      </dsp:txXfrm>
    </dsp:sp>
    <dsp:sp modelId="{24A60C4C-796D-4752-AEB8-23E0905A91B1}">
      <dsp:nvSpPr>
        <dsp:cNvPr id="0" name=""/>
        <dsp:cNvSpPr/>
      </dsp:nvSpPr>
      <dsp:spPr>
        <a:xfrm>
          <a:off x="5334443" y="781701"/>
          <a:ext cx="1355159" cy="677579"/>
        </a:xfrm>
        <a:prstGeom prst="roundRect">
          <a:avLst>
            <a:gd name="adj" fmla="val 10000"/>
          </a:avLst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Trojan Horse</a:t>
          </a:r>
          <a:endParaRPr lang="en-US" sz="1900" kern="1200" dirty="0"/>
        </a:p>
      </dsp:txBody>
      <dsp:txXfrm>
        <a:off x="5354289" y="801547"/>
        <a:ext cx="1315467" cy="637887"/>
      </dsp:txXfrm>
    </dsp:sp>
    <dsp:sp modelId="{85296965-08BC-4332-A16A-639B55497884}">
      <dsp:nvSpPr>
        <dsp:cNvPr id="0" name=""/>
        <dsp:cNvSpPr/>
      </dsp:nvSpPr>
      <dsp:spPr>
        <a:xfrm rot="1928659">
          <a:off x="3684255" y="1412892"/>
          <a:ext cx="1787165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787165" y="11381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4533158" y="1379595"/>
        <a:ext cx="89358" cy="89358"/>
      </dsp:txXfrm>
    </dsp:sp>
    <dsp:sp modelId="{1565E62D-74E5-4FBA-9585-4C35E5BFEB46}">
      <dsp:nvSpPr>
        <dsp:cNvPr id="0" name=""/>
        <dsp:cNvSpPr/>
      </dsp:nvSpPr>
      <dsp:spPr>
        <a:xfrm>
          <a:off x="5334443" y="1560918"/>
          <a:ext cx="1355159" cy="677579"/>
        </a:xfrm>
        <a:prstGeom prst="roundRect">
          <a:avLst>
            <a:gd name="adj" fmla="val 10000"/>
          </a:avLst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:Logic Bomb</a:t>
          </a:r>
          <a:endParaRPr lang="en-US" sz="1900" kern="1200" dirty="0"/>
        </a:p>
      </dsp:txBody>
      <dsp:txXfrm>
        <a:off x="5354289" y="1580764"/>
        <a:ext cx="1315467" cy="637887"/>
      </dsp:txXfrm>
    </dsp:sp>
    <dsp:sp modelId="{D66DC843-A428-40E3-93A4-AF0C9164E008}">
      <dsp:nvSpPr>
        <dsp:cNvPr id="0" name=""/>
        <dsp:cNvSpPr/>
      </dsp:nvSpPr>
      <dsp:spPr>
        <a:xfrm rot="2929534">
          <a:off x="3428598" y="1802500"/>
          <a:ext cx="2298478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2298478" y="11381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4520375" y="1756420"/>
        <a:ext cx="114923" cy="114923"/>
      </dsp:txXfrm>
    </dsp:sp>
    <dsp:sp modelId="{2D5D1798-13D0-47F3-856C-846AC8757BF2}">
      <dsp:nvSpPr>
        <dsp:cNvPr id="0" name=""/>
        <dsp:cNvSpPr/>
      </dsp:nvSpPr>
      <dsp:spPr>
        <a:xfrm>
          <a:off x="5334443" y="2340135"/>
          <a:ext cx="1355159" cy="677579"/>
        </a:xfrm>
        <a:prstGeom prst="roundRect">
          <a:avLst>
            <a:gd name="adj" fmla="val 10000"/>
          </a:avLst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Virus</a:t>
          </a:r>
          <a:endParaRPr lang="en-US" sz="1900" kern="1200" dirty="0"/>
        </a:p>
      </dsp:txBody>
      <dsp:txXfrm>
        <a:off x="5354289" y="2359981"/>
        <a:ext cx="1315467" cy="637887"/>
      </dsp:txXfrm>
    </dsp:sp>
    <dsp:sp modelId="{8BCBBFE6-C6FD-4916-8A1A-151FA3650AB5}">
      <dsp:nvSpPr>
        <dsp:cNvPr id="0" name=""/>
        <dsp:cNvSpPr/>
      </dsp:nvSpPr>
      <dsp:spPr>
        <a:xfrm rot="3773704">
          <a:off x="1342384" y="3302990"/>
          <a:ext cx="1460028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460028" y="11381"/>
              </a:lnTo>
            </a:path>
          </a:pathLst>
        </a:custGeom>
        <a:noFill/>
        <a:ln w="254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035898" y="3277872"/>
        <a:ext cx="73001" cy="73001"/>
      </dsp:txXfrm>
    </dsp:sp>
    <dsp:sp modelId="{AC8807C4-25A9-4A31-9488-D52146F3EA60}">
      <dsp:nvSpPr>
        <dsp:cNvPr id="0" name=""/>
        <dsp:cNvSpPr/>
      </dsp:nvSpPr>
      <dsp:spPr>
        <a:xfrm>
          <a:off x="2405009" y="3625422"/>
          <a:ext cx="1355159" cy="677579"/>
        </a:xfrm>
        <a:prstGeom prst="roundRect">
          <a:avLst>
            <a:gd name="adj" fmla="val 10000"/>
          </a:avLst>
        </a:prstGeom>
        <a:solidFill>
          <a:schemeClr val="accent2">
            <a:alpha val="7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Independent </a:t>
          </a:r>
          <a:endParaRPr lang="en-US" sz="1900" kern="1200" dirty="0"/>
        </a:p>
      </dsp:txBody>
      <dsp:txXfrm>
        <a:off x="2424855" y="3645268"/>
        <a:ext cx="1315467" cy="637887"/>
      </dsp:txXfrm>
    </dsp:sp>
    <dsp:sp modelId="{D78F566A-8193-40C7-8B21-963D2D6029B1}">
      <dsp:nvSpPr>
        <dsp:cNvPr id="0" name=""/>
        <dsp:cNvSpPr/>
      </dsp:nvSpPr>
      <dsp:spPr>
        <a:xfrm rot="20530760">
          <a:off x="3720497" y="3699795"/>
          <a:ext cx="1653617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653617" y="11381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505965" y="3669836"/>
        <a:ext cx="82680" cy="82680"/>
      </dsp:txXfrm>
    </dsp:sp>
    <dsp:sp modelId="{AC5F08C9-6069-4B95-A3E6-E099BACC5693}">
      <dsp:nvSpPr>
        <dsp:cNvPr id="0" name=""/>
        <dsp:cNvSpPr/>
      </dsp:nvSpPr>
      <dsp:spPr>
        <a:xfrm>
          <a:off x="5334443" y="3119351"/>
          <a:ext cx="1355159" cy="677579"/>
        </a:xfrm>
        <a:prstGeom prst="roundRect">
          <a:avLst>
            <a:gd name="adj" fmla="val 10000"/>
          </a:avLst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Rabbit</a:t>
          </a:r>
          <a:endParaRPr lang="en-US" sz="1900" kern="1200" dirty="0"/>
        </a:p>
      </dsp:txBody>
      <dsp:txXfrm>
        <a:off x="5354289" y="3139197"/>
        <a:ext cx="1315467" cy="637887"/>
      </dsp:txXfrm>
    </dsp:sp>
    <dsp:sp modelId="{8702774C-2E92-4750-AD89-2F6FAB430B9E}">
      <dsp:nvSpPr>
        <dsp:cNvPr id="0" name=""/>
        <dsp:cNvSpPr/>
      </dsp:nvSpPr>
      <dsp:spPr>
        <a:xfrm rot="577969">
          <a:off x="3748899" y="4086567"/>
          <a:ext cx="1598452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598452" y="11381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508164" y="4057988"/>
        <a:ext cx="79922" cy="79922"/>
      </dsp:txXfrm>
    </dsp:sp>
    <dsp:sp modelId="{1454FAA8-5A86-4845-8EA1-6B5AC727854C}">
      <dsp:nvSpPr>
        <dsp:cNvPr id="0" name=""/>
        <dsp:cNvSpPr/>
      </dsp:nvSpPr>
      <dsp:spPr>
        <a:xfrm>
          <a:off x="5336083" y="3892897"/>
          <a:ext cx="1355159" cy="677579"/>
        </a:xfrm>
        <a:prstGeom prst="roundRect">
          <a:avLst>
            <a:gd name="adj" fmla="val 10000"/>
          </a:avLst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Zombie </a:t>
          </a:r>
          <a:endParaRPr lang="en-US" sz="1900" kern="1200" dirty="0"/>
        </a:p>
      </dsp:txBody>
      <dsp:txXfrm>
        <a:off x="5355929" y="3912743"/>
        <a:ext cx="1315467" cy="637887"/>
      </dsp:txXfrm>
    </dsp:sp>
    <dsp:sp modelId="{AF034828-0593-437B-A8F4-989704FE65A3}">
      <dsp:nvSpPr>
        <dsp:cNvPr id="0" name=""/>
        <dsp:cNvSpPr/>
      </dsp:nvSpPr>
      <dsp:spPr>
        <a:xfrm rot="1944224">
          <a:off x="3614850" y="4452955"/>
          <a:ext cx="1866549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866549" y="11381"/>
              </a:lnTo>
            </a:path>
          </a:pathLst>
        </a:custGeom>
        <a:noFill/>
        <a:ln w="254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/>
        </a:p>
      </dsp:txBody>
      <dsp:txXfrm>
        <a:off x="4501462" y="4417673"/>
        <a:ext cx="93327" cy="93327"/>
      </dsp:txXfrm>
    </dsp:sp>
    <dsp:sp modelId="{725DDEA0-946C-4F3C-B1D0-A5416F9F2327}">
      <dsp:nvSpPr>
        <dsp:cNvPr id="0" name=""/>
        <dsp:cNvSpPr/>
      </dsp:nvSpPr>
      <dsp:spPr>
        <a:xfrm>
          <a:off x="5336083" y="4625672"/>
          <a:ext cx="1355159" cy="677579"/>
        </a:xfrm>
        <a:prstGeom prst="roundRect">
          <a:avLst>
            <a:gd name="adj" fmla="val 10000"/>
          </a:avLst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Worm</a:t>
          </a:r>
          <a:endParaRPr lang="en-US" sz="1900" kern="1200" dirty="0"/>
        </a:p>
      </dsp:txBody>
      <dsp:txXfrm>
        <a:off x="5355929" y="4645518"/>
        <a:ext cx="1315467" cy="637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23204-145E-4E9A-8825-0DF9FD80C698}" type="datetimeFigureOut">
              <a:rPr lang="en-US" smtClean="0"/>
              <a:pPr/>
              <a:t>18/7/2018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7AEE-D46A-4C91-9543-7FBC6ED44F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138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143F5A-A5F0-46A4-8826-62D9B1122C43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3482525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0FCDF4-D010-4CAC-81F9-5571F25F58B4}" type="slidenum">
              <a:rPr lang="en-AU"/>
              <a:pPr eaLnBrk="1" hangingPunct="1"/>
              <a:t>3</a:t>
            </a:fld>
            <a:endParaRPr lang="en-AU"/>
          </a:p>
        </p:txBody>
      </p:sp>
      <p:sp>
        <p:nvSpPr>
          <p:cNvPr id="430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>
                <a:latin typeface="Arial" panose="020B0604020202020204" pitchFamily="34" charset="0"/>
              </a:rPr>
              <a:t>Stallings Fig 19-1.</a:t>
            </a:r>
          </a:p>
          <a:p>
            <a:pPr eaLnBrk="1" hangingPunct="1"/>
            <a:endParaRPr lang="en-US" smtClean="0">
              <a:latin typeface="Arial" panose="020B0604020202020204" pitchFamily="34" charset="0"/>
            </a:endParaRPr>
          </a:p>
          <a:p>
            <a:pPr eaLnBrk="1" hangingPunct="1"/>
            <a:r>
              <a:rPr lang="en-US" smtClean="0">
                <a:latin typeface="Arial" panose="020B0604020202020204" pitchFamily="34" charset="0"/>
              </a:rPr>
              <a:t>Taxonomy </a:t>
            </a:r>
            <a:r>
              <a:rPr lang="en-AU" smtClean="0">
                <a:latin typeface="Arial" panose="020B0604020202020204" pitchFamily="34" charset="0"/>
              </a:rPr>
              <a:t>can be divided into two categories: those that need a host program, and those that are independent;</a:t>
            </a:r>
          </a:p>
          <a:p>
            <a:pPr eaLnBrk="1" hangingPunct="1"/>
            <a:r>
              <a:rPr lang="en-AU" smtClean="0">
                <a:latin typeface="Arial" panose="020B0604020202020204" pitchFamily="34" charset="0"/>
              </a:rPr>
              <a:t>can also differentiate between those software threats that do not replicate and those that do.</a:t>
            </a:r>
          </a:p>
          <a:p>
            <a:pPr eaLnBrk="1" hangingPunct="1"/>
            <a:endParaRPr lang="en-AU" smtClean="0">
              <a:latin typeface="Arial" panose="020B0604020202020204" pitchFamily="34" charset="0"/>
            </a:endParaRPr>
          </a:p>
          <a:p>
            <a:pPr eaLnBrk="1" hangingPunct="1"/>
            <a:endParaRPr lang="en-AU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334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EB74ED1-50C5-4AD0-967A-B549571C31C4}" type="slidenum">
              <a:rPr lang="en-AU"/>
              <a:pPr eaLnBrk="1" hangingPunct="1"/>
              <a:t>19</a:t>
            </a:fld>
            <a:endParaRPr lang="en-AU"/>
          </a:p>
        </p:txBody>
      </p:sp>
      <p:sp>
        <p:nvSpPr>
          <p:cNvPr id="440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>
                <a:latin typeface="Arial" panose="020B0604020202020204" pitchFamily="34" charset="0"/>
              </a:rPr>
              <a:t>Stallings Fig 19-2.</a:t>
            </a:r>
            <a:endParaRPr lang="en-AU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675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367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037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060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85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733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90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137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50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36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4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25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t>18/7/2018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800600"/>
            <a:ext cx="6705600" cy="685800"/>
          </a:xfrm>
          <a:noFill/>
        </p:spPr>
        <p:txBody>
          <a:bodyPr anchorCtr="1"/>
          <a:lstStyle/>
          <a:p>
            <a:r>
              <a:rPr lang="en-US" altLang="en-US" dirty="0" smtClean="0"/>
              <a:t>3. Program Security</a:t>
            </a:r>
            <a:endParaRPr lang="en-US" altLang="en-US" dirty="0" smtClean="0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4876800" y="2362200"/>
            <a:ext cx="4191000" cy="18288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200" dirty="0"/>
              <a:t>HNDIT2301: Operating System and Information Security</a:t>
            </a:r>
            <a:endParaRPr lang="en-US" sz="24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545556" y="762000"/>
            <a:ext cx="4357688" cy="1214437"/>
          </a:xfrm>
          <a:prstGeom prst="rect">
            <a:avLst/>
          </a:prstGeom>
        </p:spPr>
        <p:txBody>
          <a:bodyPr anchor="ctr">
            <a:normAutofit fontScale="925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Malicious Software</a:t>
            </a:r>
            <a:endParaRPr lang="en-AU" sz="4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192199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Malicious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Also known </a:t>
            </a:r>
            <a:r>
              <a:rPr lang="en-US" dirty="0"/>
              <a:t>as </a:t>
            </a:r>
            <a:r>
              <a:rPr lang="en-US" b="1" dirty="0" smtClean="0"/>
              <a:t>malware</a:t>
            </a:r>
          </a:p>
          <a:p>
            <a:r>
              <a:rPr lang="en-US" dirty="0" smtClean="0"/>
              <a:t>Any</a:t>
            </a:r>
            <a:r>
              <a:rPr lang="en-US" dirty="0"/>
              <a:t> </a:t>
            </a:r>
            <a:r>
              <a:rPr lang="en-US" b="1" dirty="0"/>
              <a:t>software</a:t>
            </a:r>
            <a:r>
              <a:rPr lang="en-US" dirty="0"/>
              <a:t> that brings harm to a computer system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Malware</a:t>
            </a:r>
            <a:r>
              <a:rPr lang="en-US" dirty="0"/>
              <a:t> can be in </a:t>
            </a:r>
            <a:r>
              <a:rPr lang="en-US" dirty="0" smtClean="0"/>
              <a:t>number of forms</a:t>
            </a:r>
          </a:p>
          <a:p>
            <a:pPr lvl="1"/>
            <a:r>
              <a:rPr lang="en-US" dirty="0" smtClean="0"/>
              <a:t>Ex: </a:t>
            </a:r>
            <a:r>
              <a:rPr lang="en-US" dirty="0"/>
              <a:t>worms, viruses, </a:t>
            </a:r>
            <a:r>
              <a:rPr lang="en-US" dirty="0" err="1"/>
              <a:t>trojans</a:t>
            </a:r>
            <a:r>
              <a:rPr lang="en-US" dirty="0"/>
              <a:t>, spyware, adware and </a:t>
            </a:r>
            <a:r>
              <a:rPr lang="en-US" dirty="0" smtClean="0"/>
              <a:t>rootkits…..,</a:t>
            </a:r>
            <a:r>
              <a:rPr lang="en-US" dirty="0"/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352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Malicious </a:t>
            </a:r>
            <a:r>
              <a:rPr lang="en-US" dirty="0" smtClean="0"/>
              <a:t>Software</a:t>
            </a:r>
            <a:r>
              <a:rPr lang="en-US" dirty="0"/>
              <a:t> Classification </a:t>
            </a:r>
            <a:endParaRPr lang="en-AU" dirty="0" smtClean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5167731"/>
              </p:ext>
            </p:extLst>
          </p:nvPr>
        </p:nvGraphicFramePr>
        <p:xfrm>
          <a:off x="457200" y="1488777"/>
          <a:ext cx="8229600" cy="5357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ight Brace 3"/>
          <p:cNvSpPr/>
          <p:nvPr/>
        </p:nvSpPr>
        <p:spPr>
          <a:xfrm>
            <a:off x="7286625" y="3571875"/>
            <a:ext cx="285750" cy="1428750"/>
          </a:xfrm>
          <a:prstGeom prst="righ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883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Trapdoors</a:t>
            </a:r>
            <a:endParaRPr lang="en-AU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/>
              <a:t>secret entry point into a program</a:t>
            </a:r>
          </a:p>
          <a:p>
            <a:pPr eaLnBrk="1" hangingPunct="1"/>
            <a:r>
              <a:rPr lang="en-US" dirty="0" smtClean="0"/>
              <a:t>allows those who know access bypassing usual security procedures</a:t>
            </a:r>
          </a:p>
          <a:p>
            <a:pPr eaLnBrk="1" hangingPunct="1"/>
            <a:r>
              <a:rPr lang="en-US" dirty="0" smtClean="0"/>
              <a:t>have been commonly used by developers</a:t>
            </a:r>
          </a:p>
          <a:p>
            <a:pPr eaLnBrk="1" hangingPunct="1"/>
            <a:r>
              <a:rPr lang="en-US" dirty="0" smtClean="0"/>
              <a:t>a threat when left in production programs allowing exploited by attackers</a:t>
            </a:r>
          </a:p>
          <a:p>
            <a:pPr eaLnBrk="1" hangingPunct="1"/>
            <a:r>
              <a:rPr lang="en-US" dirty="0" smtClean="0"/>
              <a:t>very hard to block in O/S</a:t>
            </a:r>
          </a:p>
          <a:p>
            <a:pPr eaLnBrk="1" hangingPunct="1"/>
            <a:r>
              <a:rPr lang="en-US" dirty="0" smtClean="0"/>
              <a:t>requires good s/w development &amp; update</a:t>
            </a:r>
            <a:endParaRPr lang="en-AU" dirty="0" smtClean="0"/>
          </a:p>
        </p:txBody>
      </p:sp>
      <p:grpSp>
        <p:nvGrpSpPr>
          <p:cNvPr id="4" name="Group 3"/>
          <p:cNvGrpSpPr/>
          <p:nvPr/>
        </p:nvGrpSpPr>
        <p:grpSpPr>
          <a:xfrm>
            <a:off x="-17060" y="457200"/>
            <a:ext cx="1933433" cy="533400"/>
            <a:chOff x="3037" y="2219720"/>
            <a:chExt cx="3969377" cy="1999281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5" name="Rounded Rectangle 4"/>
            <p:cNvSpPr/>
            <p:nvPr/>
          </p:nvSpPr>
          <p:spPr>
            <a:xfrm>
              <a:off x="3037" y="2219720"/>
              <a:ext cx="3946028" cy="1999281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sp>
        <p:sp>
          <p:nvSpPr>
            <p:cNvPr id="6" name="Rounded Rectangle 4"/>
            <p:cNvSpPr/>
            <p:nvPr/>
          </p:nvSpPr>
          <p:spPr>
            <a:xfrm>
              <a:off x="143498" y="2278278"/>
              <a:ext cx="3828916" cy="18821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90500" tIns="190500" rIns="190500" bIns="190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 smtClean="0">
                  <a:solidFill>
                    <a:srgbClr val="FFC000"/>
                  </a:solidFill>
                </a:rPr>
                <a:t>Host based</a:t>
              </a:r>
              <a:endParaRPr lang="en-US" sz="2400" kern="1200" dirty="0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311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71575" y="762000"/>
            <a:ext cx="7972425" cy="798513"/>
          </a:xfrm>
        </p:spPr>
        <p:txBody>
          <a:bodyPr/>
          <a:lstStyle/>
          <a:p>
            <a:pPr eaLnBrk="1" hangingPunct="1"/>
            <a:r>
              <a:rPr lang="en-US" sz="2800" dirty="0" smtClean="0"/>
              <a:t>Trojan Horse</a:t>
            </a:r>
            <a:endParaRPr lang="en-AU" sz="2800" dirty="0" smtClean="0"/>
          </a:p>
        </p:txBody>
      </p:sp>
      <p:pic>
        <p:nvPicPr>
          <p:cNvPr id="15363" name="Content Placeholder 6" descr="Trojan-Spy.Win32.GreenScreen.gi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35838" y="4648200"/>
            <a:ext cx="3308162" cy="2209800"/>
          </a:xfrm>
        </p:spPr>
      </p:pic>
      <p:sp>
        <p:nvSpPr>
          <p:cNvPr id="15364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890232" y="1647825"/>
            <a:ext cx="8215313" cy="6000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sz="2800" dirty="0" smtClean="0"/>
              <a:t>program with hidden </a:t>
            </a:r>
            <a:r>
              <a:rPr lang="en-AU" sz="2800" dirty="0" smtClean="0"/>
              <a:t>side-effects which </a:t>
            </a:r>
            <a:r>
              <a:rPr lang="en-AU" sz="2800" dirty="0" smtClean="0"/>
              <a:t>is usually superficially </a:t>
            </a:r>
            <a:r>
              <a:rPr lang="en-AU" sz="2800" dirty="0" smtClean="0"/>
              <a:t>attractive </a:t>
            </a:r>
          </a:p>
          <a:p>
            <a:pPr eaLnBrk="1" hangingPunct="1">
              <a:lnSpc>
                <a:spcPct val="90000"/>
              </a:lnSpc>
            </a:pPr>
            <a:r>
              <a:rPr lang="en-AU" sz="2800" dirty="0" err="1" smtClean="0"/>
              <a:t>eg</a:t>
            </a:r>
            <a:r>
              <a:rPr lang="en-AU" sz="2800" dirty="0" smtClean="0"/>
              <a:t> </a:t>
            </a:r>
            <a:r>
              <a:rPr lang="en-AU" sz="2800" dirty="0" smtClean="0"/>
              <a:t>game, s/w upgrade </a:t>
            </a:r>
            <a:r>
              <a:rPr lang="en-AU" sz="2800" dirty="0" err="1" smtClean="0"/>
              <a:t>etc</a:t>
            </a:r>
            <a:r>
              <a:rPr lang="en-AU" sz="2800" dirty="0" smtClean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AU" sz="2800" dirty="0" smtClean="0"/>
              <a:t>when run performs some additional </a:t>
            </a:r>
            <a:r>
              <a:rPr lang="en-AU" sz="2800" dirty="0" smtClean="0"/>
              <a:t>tasks </a:t>
            </a:r>
            <a:r>
              <a:rPr lang="en-US" sz="2800" dirty="0" smtClean="0"/>
              <a:t>allows </a:t>
            </a:r>
            <a:r>
              <a:rPr lang="en-US" sz="2800" dirty="0" smtClean="0"/>
              <a:t>attacker to indirectly gain access they do not have </a:t>
            </a:r>
            <a:r>
              <a:rPr lang="en-US" sz="2800" dirty="0" smtClean="0"/>
              <a:t>directly </a:t>
            </a:r>
            <a:r>
              <a:rPr lang="en-AU" sz="2800" dirty="0" smtClean="0"/>
              <a:t>often </a:t>
            </a:r>
            <a:r>
              <a:rPr lang="en-AU" sz="2800" dirty="0" smtClean="0"/>
              <a:t>used to propagate </a:t>
            </a:r>
            <a:r>
              <a:rPr lang="en-AU" sz="2800" dirty="0" smtClean="0"/>
              <a:t>a </a:t>
            </a:r>
            <a:r>
              <a:rPr lang="en-AU" sz="2800" dirty="0" smtClean="0"/>
              <a:t>virus/worm or install a </a:t>
            </a:r>
            <a:r>
              <a:rPr lang="en-AU" sz="2800" dirty="0" smtClean="0"/>
              <a:t>backdoor </a:t>
            </a:r>
            <a:r>
              <a:rPr lang="en-US" sz="2800" dirty="0" smtClean="0"/>
              <a:t>or </a:t>
            </a:r>
            <a:r>
              <a:rPr lang="en-US" sz="2800" dirty="0" smtClean="0"/>
              <a:t>simply to destroy data</a:t>
            </a:r>
            <a:endParaRPr lang="en-AU" sz="2800" dirty="0" smtClean="0"/>
          </a:p>
          <a:p>
            <a:pPr eaLnBrk="1" hangingPunct="1">
              <a:lnSpc>
                <a:spcPct val="90000"/>
              </a:lnSpc>
            </a:pPr>
            <a:endParaRPr lang="en-AU" sz="28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-17060" y="457200"/>
            <a:ext cx="1933433" cy="533400"/>
            <a:chOff x="3037" y="2219720"/>
            <a:chExt cx="3969377" cy="1999281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6" name="Rounded Rectangle 5"/>
            <p:cNvSpPr/>
            <p:nvPr/>
          </p:nvSpPr>
          <p:spPr>
            <a:xfrm>
              <a:off x="3037" y="2219720"/>
              <a:ext cx="3946028" cy="1999281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143498" y="2278278"/>
              <a:ext cx="3828916" cy="18821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90500" tIns="190500" rIns="190500" bIns="190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 smtClean="0">
                  <a:solidFill>
                    <a:srgbClr val="FFC000"/>
                  </a:solidFill>
                </a:rPr>
                <a:t>Host based</a:t>
              </a:r>
              <a:endParaRPr lang="en-US" sz="2400" kern="1200" dirty="0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100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650603"/>
            <a:ext cx="7615238" cy="798513"/>
          </a:xfrm>
        </p:spPr>
        <p:txBody>
          <a:bodyPr/>
          <a:lstStyle/>
          <a:p>
            <a:pPr eaLnBrk="1" hangingPunct="1"/>
            <a:r>
              <a:rPr lang="en-US" sz="3600" smtClean="0"/>
              <a:t>Logic Bomb</a:t>
            </a:r>
            <a:endParaRPr lang="en-AU" sz="3600" smtClean="0"/>
          </a:p>
        </p:txBody>
      </p:sp>
      <p:pic>
        <p:nvPicPr>
          <p:cNvPr id="14339" name="Content Placeholder 6" descr="images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49825" y="2233613"/>
            <a:ext cx="2362200" cy="1933575"/>
          </a:xfrm>
        </p:spPr>
      </p:pic>
      <p:sp>
        <p:nvSpPr>
          <p:cNvPr id="14340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09600" y="1897584"/>
            <a:ext cx="7829550" cy="4983162"/>
          </a:xfrm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sz="3200" dirty="0" smtClean="0"/>
              <a:t>one of oldest types of malicious software </a:t>
            </a:r>
          </a:p>
          <a:p>
            <a:pPr eaLnBrk="1" hangingPunct="1">
              <a:buFontTx/>
              <a:buChar char="•"/>
            </a:pPr>
            <a:r>
              <a:rPr lang="en-US" sz="3200" dirty="0" smtClean="0"/>
              <a:t>code embedded in legitimate program</a:t>
            </a:r>
          </a:p>
          <a:p>
            <a:pPr eaLnBrk="1" hangingPunct="1">
              <a:buFontTx/>
              <a:buChar char="•"/>
            </a:pPr>
            <a:r>
              <a:rPr lang="en-US" sz="3200" dirty="0" smtClean="0"/>
              <a:t>activated when specified conditions met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sz="3200" dirty="0" err="1" smtClean="0"/>
              <a:t>eg</a:t>
            </a:r>
            <a:r>
              <a:rPr lang="en-US" sz="3200" dirty="0" smtClean="0"/>
              <a:t> presence/absence of some file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sz="3200" dirty="0" smtClean="0"/>
              <a:t>particular date/time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sz="3200" dirty="0" smtClean="0"/>
              <a:t>particular user</a:t>
            </a:r>
          </a:p>
          <a:p>
            <a:pPr eaLnBrk="1" hangingPunct="1">
              <a:buFontTx/>
              <a:buChar char="•"/>
            </a:pPr>
            <a:r>
              <a:rPr lang="en-US" sz="3200" dirty="0" smtClean="0"/>
              <a:t>when triggered typically damage system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sz="3200" dirty="0" smtClean="0"/>
              <a:t>modify/delete files/disks</a:t>
            </a:r>
            <a:endParaRPr lang="en-AU" sz="3200" dirty="0" smtClean="0"/>
          </a:p>
        </p:txBody>
      </p:sp>
      <p:sp>
        <p:nvSpPr>
          <p:cNvPr id="8" name="Left Brace 7"/>
          <p:cNvSpPr/>
          <p:nvPr/>
        </p:nvSpPr>
        <p:spPr>
          <a:xfrm>
            <a:off x="7072313" y="3929063"/>
            <a:ext cx="46037" cy="2143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-17060" y="457200"/>
            <a:ext cx="1933433" cy="533400"/>
            <a:chOff x="3037" y="2219720"/>
            <a:chExt cx="3969377" cy="1999281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7" name="Rounded Rectangle 6"/>
            <p:cNvSpPr/>
            <p:nvPr/>
          </p:nvSpPr>
          <p:spPr>
            <a:xfrm>
              <a:off x="3037" y="2219720"/>
              <a:ext cx="3946028" cy="1999281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143498" y="2278278"/>
              <a:ext cx="3828916" cy="18821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90500" tIns="190500" rIns="190500" bIns="190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 smtClean="0">
                  <a:solidFill>
                    <a:srgbClr val="FFC000"/>
                  </a:solidFill>
                </a:rPr>
                <a:t>Host based</a:t>
              </a:r>
              <a:endParaRPr lang="en-US" sz="2400" kern="1200" dirty="0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76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Viruses</a:t>
            </a:r>
            <a:endParaRPr lang="en-AU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/>
              <a:t>a piece of self-replicating code attached to some other code</a:t>
            </a:r>
          </a:p>
          <a:p>
            <a:pPr lvl="1" eaLnBrk="1" hangingPunct="1"/>
            <a:r>
              <a:rPr lang="en-US" smtClean="0"/>
              <a:t>cf biological virus</a:t>
            </a:r>
            <a:endParaRPr lang="en-AU" smtClean="0"/>
          </a:p>
          <a:p>
            <a:pPr eaLnBrk="1" hangingPunct="1"/>
            <a:r>
              <a:rPr lang="en-AU" smtClean="0"/>
              <a:t>both propagates itself &amp; carries a payload</a:t>
            </a:r>
          </a:p>
          <a:p>
            <a:pPr lvl="1" eaLnBrk="1" hangingPunct="1"/>
            <a:r>
              <a:rPr lang="en-US" smtClean="0"/>
              <a:t>carries code to make copies of itself</a:t>
            </a:r>
          </a:p>
          <a:p>
            <a:pPr lvl="1" eaLnBrk="1" hangingPunct="1"/>
            <a:r>
              <a:rPr lang="en-US" smtClean="0"/>
              <a:t>as well as code to perform some covert task</a:t>
            </a:r>
            <a:endParaRPr lang="en-AU" smtClean="0"/>
          </a:p>
        </p:txBody>
      </p:sp>
      <p:grpSp>
        <p:nvGrpSpPr>
          <p:cNvPr id="4" name="Group 3"/>
          <p:cNvGrpSpPr/>
          <p:nvPr/>
        </p:nvGrpSpPr>
        <p:grpSpPr>
          <a:xfrm>
            <a:off x="-17060" y="457200"/>
            <a:ext cx="1933433" cy="533400"/>
            <a:chOff x="3037" y="2219720"/>
            <a:chExt cx="3969377" cy="1999281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5" name="Rounded Rectangle 4"/>
            <p:cNvSpPr/>
            <p:nvPr/>
          </p:nvSpPr>
          <p:spPr>
            <a:xfrm>
              <a:off x="3037" y="2219720"/>
              <a:ext cx="3946028" cy="1999281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sp>
        <p:sp>
          <p:nvSpPr>
            <p:cNvPr id="6" name="Rounded Rectangle 4"/>
            <p:cNvSpPr/>
            <p:nvPr/>
          </p:nvSpPr>
          <p:spPr>
            <a:xfrm>
              <a:off x="143498" y="2278278"/>
              <a:ext cx="3828916" cy="18821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spcFirstLastPara="0" vert="horz" wrap="square" lIns="190500" tIns="190500" rIns="190500" bIns="190500" numCol="1" spcCol="1270" anchor="ctr" anchorCtr="0">
              <a:noAutofit/>
            </a:bodyPr>
            <a:lstStyle/>
            <a:p>
              <a:pPr lvl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 smtClean="0">
                  <a:solidFill>
                    <a:srgbClr val="FFC000"/>
                  </a:solidFill>
                </a:rPr>
                <a:t>Host based</a:t>
              </a:r>
              <a:endParaRPr lang="en-US" sz="2400" kern="1200" dirty="0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883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Rabbit 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75"/>
          </a:xfrm>
        </p:spPr>
        <p:txBody>
          <a:bodyPr/>
          <a:lstStyle/>
          <a:p>
            <a:pPr eaLnBrk="1" hangingPunct="1"/>
            <a:r>
              <a:rPr lang="en-US" smtClean="0"/>
              <a:t>Term used to describe malware that multiplies rapidly – also called bacteria</a:t>
            </a:r>
          </a:p>
          <a:p>
            <a:pPr eaLnBrk="1" hangingPunct="1"/>
            <a:r>
              <a:rPr lang="en-US" smtClean="0"/>
              <a:t>two kinds of rabbits</a:t>
            </a:r>
          </a:p>
          <a:p>
            <a:pPr marL="971550" lvl="1" indent="-514350" eaLnBrk="1" hangingPunct="1">
              <a:buFontTx/>
              <a:buAutoNum type="arabicPeriod"/>
            </a:pPr>
            <a:r>
              <a:rPr lang="en-US" smtClean="0"/>
              <a:t> program which tries to consume all of some system resource, like disk space</a:t>
            </a:r>
          </a:p>
          <a:p>
            <a:pPr marL="971550" lvl="1" indent="-514350" eaLnBrk="1" hangingPunct="1">
              <a:buFontTx/>
              <a:buAutoNum type="arabicPeriod"/>
            </a:pPr>
            <a:r>
              <a:rPr lang="en-US" smtClean="0"/>
              <a:t>standalone program which replicates itself across a network from machine to machine, but deletes the original copy of itself after replication.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52400" y="486461"/>
            <a:ext cx="1355159" cy="677579"/>
            <a:chOff x="2405009" y="3625422"/>
            <a:chExt cx="1355159" cy="677579"/>
          </a:xfrm>
        </p:grpSpPr>
        <p:sp>
          <p:nvSpPr>
            <p:cNvPr id="5" name="Rounded Rectangle 4"/>
            <p:cNvSpPr/>
            <p:nvPr/>
          </p:nvSpPr>
          <p:spPr>
            <a:xfrm>
              <a:off x="2405009" y="3625422"/>
              <a:ext cx="1355159" cy="67757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7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ounded Rectangle 4"/>
            <p:cNvSpPr/>
            <p:nvPr/>
          </p:nvSpPr>
          <p:spPr>
            <a:xfrm>
              <a:off x="2424855" y="3645268"/>
              <a:ext cx="1315467" cy="6378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kern="1200" dirty="0" smtClean="0"/>
                <a:t>Independent </a:t>
              </a:r>
              <a:endParaRPr lang="en-US" sz="19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30669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Zombie</a:t>
            </a:r>
            <a:endParaRPr lang="en-AU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program which secretly takes over another networked computer</a:t>
            </a:r>
          </a:p>
          <a:p>
            <a:pPr eaLnBrk="1" hangingPunct="1"/>
            <a:r>
              <a:rPr lang="en-US" smtClean="0"/>
              <a:t>then uses it to indirectly launch attacks</a:t>
            </a:r>
          </a:p>
          <a:p>
            <a:pPr eaLnBrk="1" hangingPunct="1"/>
            <a:r>
              <a:rPr lang="en-US" smtClean="0"/>
              <a:t>often used to launch distributed denial of service (DDoS) attacks</a:t>
            </a:r>
          </a:p>
          <a:p>
            <a:pPr eaLnBrk="1" hangingPunct="1"/>
            <a:r>
              <a:rPr lang="en-US" smtClean="0"/>
              <a:t>exploits known flaws in network systems</a:t>
            </a:r>
            <a:endParaRPr lang="en-AU" smtClean="0"/>
          </a:p>
        </p:txBody>
      </p:sp>
      <p:grpSp>
        <p:nvGrpSpPr>
          <p:cNvPr id="4" name="Group 3"/>
          <p:cNvGrpSpPr/>
          <p:nvPr/>
        </p:nvGrpSpPr>
        <p:grpSpPr>
          <a:xfrm>
            <a:off x="26158" y="527405"/>
            <a:ext cx="1355159" cy="677579"/>
            <a:chOff x="2405009" y="3625422"/>
            <a:chExt cx="1355159" cy="677579"/>
          </a:xfrm>
        </p:grpSpPr>
        <p:sp>
          <p:nvSpPr>
            <p:cNvPr id="5" name="Rounded Rectangle 4"/>
            <p:cNvSpPr/>
            <p:nvPr/>
          </p:nvSpPr>
          <p:spPr>
            <a:xfrm>
              <a:off x="2405009" y="3625422"/>
              <a:ext cx="1355159" cy="67757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7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ounded Rectangle 4"/>
            <p:cNvSpPr/>
            <p:nvPr/>
          </p:nvSpPr>
          <p:spPr>
            <a:xfrm>
              <a:off x="2424855" y="3645268"/>
              <a:ext cx="1315467" cy="6378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kern="1200" dirty="0" smtClean="0"/>
                <a:t>Independent </a:t>
              </a:r>
              <a:endParaRPr lang="en-US" sz="19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8807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endParaRPr lang="en-US" smtClean="0"/>
          </a:p>
        </p:txBody>
      </p:sp>
      <p:pic>
        <p:nvPicPr>
          <p:cNvPr id="17411" name="Picture 2" descr="C:\Documents and Settings\PC\My Documents\Downloads\zombie-computer-3d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57313" y="585788"/>
            <a:ext cx="7472362" cy="6130925"/>
          </a:xfrm>
          <a:noFill/>
        </p:spPr>
      </p:pic>
    </p:spTree>
    <p:extLst>
      <p:ext uri="{BB962C8B-B14F-4D97-AF65-F5344CB8AC3E}">
        <p14:creationId xmlns:p14="http://schemas.microsoft.com/office/powerpoint/2010/main" val="2651648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DDoS Countermeasures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533400" indent="-5334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AU" dirty="0" smtClean="0"/>
              <a:t>three broad lines of </a:t>
            </a:r>
            <a:r>
              <a:rPr lang="en-US" dirty="0" smtClean="0"/>
              <a:t>defense</a:t>
            </a:r>
            <a:r>
              <a:rPr lang="en-AU" dirty="0" smtClean="0"/>
              <a:t>:</a:t>
            </a:r>
          </a:p>
          <a:p>
            <a:pPr marL="914400" lvl="1" indent="-457200" eaLnBrk="1" fontAlgn="auto" hangingPunct="1">
              <a:lnSpc>
                <a:spcPct val="90000"/>
              </a:lnSpc>
              <a:spcAft>
                <a:spcPts val="0"/>
              </a:spcAft>
              <a:buFont typeface="Times" charset="0"/>
              <a:buAutoNum type="arabicPeriod"/>
              <a:defRPr/>
            </a:pPr>
            <a:r>
              <a:rPr lang="en-US" dirty="0" smtClean="0"/>
              <a:t>attack prevention &amp; preemption (before)</a:t>
            </a:r>
          </a:p>
          <a:p>
            <a:pPr marL="914400" lvl="1" indent="-457200" eaLnBrk="1" fontAlgn="auto" hangingPunct="1">
              <a:lnSpc>
                <a:spcPct val="90000"/>
              </a:lnSpc>
              <a:spcAft>
                <a:spcPts val="0"/>
              </a:spcAft>
              <a:buFont typeface="Times" charset="0"/>
              <a:buAutoNum type="arabicPeriod"/>
              <a:defRPr/>
            </a:pPr>
            <a:r>
              <a:rPr lang="en-US" dirty="0" smtClean="0"/>
              <a:t>attack detection &amp; filtering (during)</a:t>
            </a:r>
          </a:p>
          <a:p>
            <a:pPr marL="914400" lvl="1" indent="-457200" eaLnBrk="1" fontAlgn="auto" hangingPunct="1">
              <a:lnSpc>
                <a:spcPct val="90000"/>
              </a:lnSpc>
              <a:spcAft>
                <a:spcPts val="0"/>
              </a:spcAft>
              <a:buFont typeface="Times" charset="0"/>
              <a:buAutoNum type="arabicPeriod"/>
              <a:defRPr/>
            </a:pPr>
            <a:r>
              <a:rPr lang="en-US" dirty="0" smtClean="0"/>
              <a:t>attack source </a:t>
            </a:r>
            <a:r>
              <a:rPr lang="en-US" dirty="0" err="1" smtClean="0"/>
              <a:t>traceback</a:t>
            </a:r>
            <a:r>
              <a:rPr lang="en-US" dirty="0" smtClean="0"/>
              <a:t> &amp; </a:t>
            </a:r>
            <a:r>
              <a:rPr lang="en-US" dirty="0" err="1" smtClean="0"/>
              <a:t>ident</a:t>
            </a:r>
            <a:r>
              <a:rPr lang="en-US" dirty="0" smtClean="0"/>
              <a:t> (after)</a:t>
            </a:r>
          </a:p>
          <a:p>
            <a:pPr marL="533400" indent="-5334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 smtClean="0"/>
              <a:t>huge range of attack possibilities</a:t>
            </a:r>
          </a:p>
          <a:p>
            <a:pPr marL="533400" indent="-5334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 smtClean="0"/>
              <a:t>hence evolving countermeasures</a:t>
            </a:r>
          </a:p>
          <a:p>
            <a:pPr marL="533400" indent="-5334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800" dirty="0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62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Worms</a:t>
            </a:r>
            <a:endParaRPr lang="en-AU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AU" sz="2800" smtClean="0"/>
              <a:t>replicating but not infecting program </a:t>
            </a:r>
          </a:p>
          <a:p>
            <a:pPr eaLnBrk="1" hangingPunct="1">
              <a:lnSpc>
                <a:spcPct val="90000"/>
              </a:lnSpc>
            </a:pPr>
            <a:r>
              <a:rPr lang="en-AU" sz="2800" smtClean="0"/>
              <a:t>typically spreads over a network </a:t>
            </a:r>
          </a:p>
          <a:p>
            <a:pPr lvl="1" eaLnBrk="1" hangingPunct="1">
              <a:lnSpc>
                <a:spcPct val="90000"/>
              </a:lnSpc>
            </a:pPr>
            <a:r>
              <a:rPr lang="en-AU" sz="2400" smtClean="0"/>
              <a:t>cf Morris Internet Worm in 1988</a:t>
            </a:r>
          </a:p>
          <a:p>
            <a:pPr lvl="1" eaLnBrk="1" hangingPunct="1">
              <a:lnSpc>
                <a:spcPct val="90000"/>
              </a:lnSpc>
            </a:pPr>
            <a:r>
              <a:rPr lang="en-AU" sz="2400" smtClean="0"/>
              <a:t>led to creation of CERTs </a:t>
            </a:r>
          </a:p>
          <a:p>
            <a:pPr eaLnBrk="1" hangingPunct="1">
              <a:lnSpc>
                <a:spcPct val="90000"/>
              </a:lnSpc>
            </a:pPr>
            <a:r>
              <a:rPr lang="en-AU" sz="2800" smtClean="0"/>
              <a:t>using users distributed privileges or by exploiting system vulnerabilities </a:t>
            </a:r>
          </a:p>
          <a:p>
            <a:pPr eaLnBrk="1" hangingPunct="1">
              <a:lnSpc>
                <a:spcPct val="90000"/>
              </a:lnSpc>
            </a:pPr>
            <a:r>
              <a:rPr lang="en-AU" sz="2800" smtClean="0"/>
              <a:t>widely used by hackers to create </a:t>
            </a:r>
            <a:r>
              <a:rPr lang="en-AU" sz="2800" b="1" smtClean="0"/>
              <a:t>zombie PC's</a:t>
            </a:r>
            <a:r>
              <a:rPr lang="en-AU" sz="2800" smtClean="0"/>
              <a:t>, subsequently used for further attacks, esp DoS </a:t>
            </a:r>
          </a:p>
          <a:p>
            <a:pPr eaLnBrk="1" hangingPunct="1">
              <a:lnSpc>
                <a:spcPct val="90000"/>
              </a:lnSpc>
            </a:pPr>
            <a:r>
              <a:rPr lang="en-AU" sz="2800" smtClean="0"/>
              <a:t>major issue is lack of security of permanently connected systems, esp PC's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6158" y="527405"/>
            <a:ext cx="1355159" cy="677579"/>
            <a:chOff x="2405009" y="3625422"/>
            <a:chExt cx="1355159" cy="677579"/>
          </a:xfrm>
        </p:grpSpPr>
        <p:sp>
          <p:nvSpPr>
            <p:cNvPr id="5" name="Rounded Rectangle 4"/>
            <p:cNvSpPr/>
            <p:nvPr/>
          </p:nvSpPr>
          <p:spPr>
            <a:xfrm>
              <a:off x="2405009" y="3625422"/>
              <a:ext cx="1355159" cy="67757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7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ounded Rectangle 4"/>
            <p:cNvSpPr/>
            <p:nvPr/>
          </p:nvSpPr>
          <p:spPr>
            <a:xfrm>
              <a:off x="2424855" y="3645268"/>
              <a:ext cx="1315467" cy="6378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kern="1200" dirty="0" smtClean="0"/>
                <a:t>Independent </a:t>
              </a:r>
              <a:endParaRPr lang="en-US" sz="19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60171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Worm Operation</a:t>
            </a:r>
            <a:endParaRPr lang="en-AU" smtClean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worm phases like those of viruses:</a:t>
            </a:r>
          </a:p>
          <a:p>
            <a:pPr lvl="1" eaLnBrk="1" hangingPunct="1"/>
            <a:r>
              <a:rPr lang="en-US" smtClean="0"/>
              <a:t>dormant</a:t>
            </a:r>
          </a:p>
          <a:p>
            <a:pPr lvl="1" eaLnBrk="1" hangingPunct="1"/>
            <a:r>
              <a:rPr lang="en-US" smtClean="0"/>
              <a:t>propagation</a:t>
            </a:r>
          </a:p>
          <a:p>
            <a:pPr lvl="2" eaLnBrk="1" hangingPunct="1"/>
            <a:r>
              <a:rPr lang="en-US" smtClean="0"/>
              <a:t>search for other systems to infect</a:t>
            </a:r>
          </a:p>
          <a:p>
            <a:pPr lvl="2" eaLnBrk="1" hangingPunct="1"/>
            <a:r>
              <a:rPr lang="en-US" smtClean="0"/>
              <a:t>establish connection to target remote system</a:t>
            </a:r>
          </a:p>
          <a:p>
            <a:pPr lvl="2" eaLnBrk="1" hangingPunct="1"/>
            <a:r>
              <a:rPr lang="en-US" smtClean="0"/>
              <a:t>replicate self onto remote system</a:t>
            </a:r>
          </a:p>
          <a:p>
            <a:pPr lvl="1" eaLnBrk="1" hangingPunct="1"/>
            <a:r>
              <a:rPr lang="en-US" smtClean="0"/>
              <a:t>triggering</a:t>
            </a:r>
          </a:p>
          <a:p>
            <a:pPr lvl="1" eaLnBrk="1" hangingPunct="1"/>
            <a:r>
              <a:rPr lang="en-US" smtClean="0"/>
              <a:t>execution</a:t>
            </a:r>
          </a:p>
          <a:p>
            <a:pPr eaLnBrk="1" hangingPunct="1"/>
            <a:endParaRPr lang="en-AU" smtClean="0"/>
          </a:p>
        </p:txBody>
      </p:sp>
    </p:spTree>
    <p:extLst>
      <p:ext uri="{BB962C8B-B14F-4D97-AF65-F5344CB8AC3E}">
        <p14:creationId xmlns:p14="http://schemas.microsoft.com/office/powerpoint/2010/main" val="218421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Morris Worm</a:t>
            </a:r>
            <a:endParaRPr lang="en-AU" smtClean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mtClean="0"/>
              <a:t>best known classic worm</a:t>
            </a:r>
          </a:p>
          <a:p>
            <a:pPr eaLnBrk="1" hangingPunct="1"/>
            <a:r>
              <a:rPr lang="en-US" smtClean="0"/>
              <a:t>released by Robert Morris in 1988</a:t>
            </a:r>
          </a:p>
          <a:p>
            <a:pPr eaLnBrk="1" hangingPunct="1"/>
            <a:r>
              <a:rPr lang="en-US" smtClean="0"/>
              <a:t>targeted Unix systems</a:t>
            </a:r>
          </a:p>
          <a:p>
            <a:pPr eaLnBrk="1" hangingPunct="1"/>
            <a:r>
              <a:rPr lang="en-US" smtClean="0"/>
              <a:t>using several propagation techniques</a:t>
            </a:r>
          </a:p>
          <a:p>
            <a:pPr lvl="1" eaLnBrk="1" hangingPunct="1"/>
            <a:r>
              <a:rPr lang="en-US" smtClean="0"/>
              <a:t>simple password cracking of local pw file</a:t>
            </a:r>
          </a:p>
          <a:p>
            <a:pPr lvl="1" eaLnBrk="1" hangingPunct="1"/>
            <a:r>
              <a:rPr lang="en-US" smtClean="0"/>
              <a:t>exploit bug in finger daemon</a:t>
            </a:r>
          </a:p>
          <a:p>
            <a:pPr lvl="1" eaLnBrk="1" hangingPunct="1"/>
            <a:r>
              <a:rPr lang="en-US" smtClean="0"/>
              <a:t>exploit debug trapdoor in sendmail daemon</a:t>
            </a:r>
          </a:p>
          <a:p>
            <a:pPr eaLnBrk="1" hangingPunct="1"/>
            <a:r>
              <a:rPr lang="en-US" smtClean="0"/>
              <a:t>if any attack succeeds then replicated self</a:t>
            </a:r>
            <a:endParaRPr lang="en-AU" smtClean="0"/>
          </a:p>
        </p:txBody>
      </p:sp>
    </p:spTree>
    <p:extLst>
      <p:ext uri="{BB962C8B-B14F-4D97-AF65-F5344CB8AC3E}">
        <p14:creationId xmlns:p14="http://schemas.microsoft.com/office/powerpoint/2010/main" val="343682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Recent Worm Attacks</a:t>
            </a:r>
            <a:endParaRPr lang="en-AU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smtClean="0"/>
              <a:t>new spate of attacks from mid-2001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b="1" smtClean="0"/>
              <a:t>Code Red</a:t>
            </a:r>
            <a:endParaRPr lang="en-US" sz="280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exploited bug in MS IIS to penetrate &amp; spread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probes random IPs for systems running IIS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had trigger time for denial-of-service attack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2</a:t>
            </a:r>
            <a:r>
              <a:rPr lang="en-US" sz="2400" baseline="30000" smtClean="0"/>
              <a:t>nd</a:t>
            </a:r>
            <a:r>
              <a:rPr lang="en-US" sz="2400" smtClean="0"/>
              <a:t> wave infected 360000 servers in 14 hours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b="1" smtClean="0"/>
              <a:t>Code Red 2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had backdoor installed to allow remote control</a:t>
            </a:r>
          </a:p>
          <a:p>
            <a:pPr eaLnBrk="1" hangingPunct="1">
              <a:lnSpc>
                <a:spcPct val="80000"/>
              </a:lnSpc>
            </a:pPr>
            <a:r>
              <a:rPr lang="en-US" sz="2800" b="1" smtClean="0"/>
              <a:t>Nimda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used multiple infection mechanisms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000" smtClean="0"/>
              <a:t>email, shares, web client, IIS, Code Red 2 backdoor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AU" sz="2400" smtClean="0"/>
          </a:p>
        </p:txBody>
      </p:sp>
    </p:spTree>
    <p:extLst>
      <p:ext uri="{BB962C8B-B14F-4D97-AF65-F5344CB8AC3E}">
        <p14:creationId xmlns:p14="http://schemas.microsoft.com/office/powerpoint/2010/main" val="34178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+mn-lt"/>
                <a:ea typeface="+mn-ea"/>
                <a:cs typeface="+mn-cs"/>
              </a:rPr>
              <a:t>Spyware</a:t>
            </a:r>
            <a:endParaRPr lang="en-US" dirty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smtClean="0"/>
              <a:t>Software which collects information from a computer without owners knowledge and transmits it to someone unauthorised to use them.</a:t>
            </a:r>
          </a:p>
          <a:p>
            <a:pPr eaLnBrk="1" hangingPunct="1"/>
            <a:r>
              <a:rPr lang="en-US" smtClean="0"/>
              <a:t>Information may include:</a:t>
            </a:r>
          </a:p>
          <a:p>
            <a:pPr lvl="1" eaLnBrk="1" hangingPunct="1"/>
            <a:r>
              <a:rPr lang="en-US" smtClean="0"/>
              <a:t>User names and Passwords</a:t>
            </a:r>
          </a:p>
          <a:p>
            <a:pPr lvl="1" eaLnBrk="1" hangingPunct="1"/>
            <a:r>
              <a:rPr lang="en-US" smtClean="0"/>
              <a:t>E mail addresses</a:t>
            </a:r>
          </a:p>
          <a:p>
            <a:pPr lvl="1" eaLnBrk="1" hangingPunct="1"/>
            <a:r>
              <a:rPr lang="en-US" smtClean="0"/>
              <a:t>Bank account of credit card numbers</a:t>
            </a:r>
          </a:p>
          <a:p>
            <a:pPr lvl="1" eaLnBrk="1" hangingPunct="1"/>
            <a:r>
              <a:rPr lang="en-US" smtClean="0"/>
              <a:t>Software license keys</a:t>
            </a:r>
            <a:br>
              <a:rPr lang="en-US" smtClean="0"/>
            </a:br>
            <a:r>
              <a:rPr lang="en-US" b="1" smtClean="0"/>
              <a:t/>
            </a:r>
            <a:br>
              <a:rPr lang="en-US" b="1" smtClean="0"/>
            </a:br>
            <a:r>
              <a:rPr lang="en-US" smtClean="0"/>
              <a:t/>
            </a:r>
            <a:br>
              <a:rPr lang="en-US" smtClean="0"/>
            </a:b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17244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Adware 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smtClean="0"/>
              <a:t>more marketing-focused, and may pop up</a:t>
            </a:r>
            <a:br>
              <a:rPr lang="en-US" smtClean="0"/>
            </a:br>
            <a:r>
              <a:rPr lang="en-US" smtClean="0"/>
              <a:t>advertisements or redirect a user's web browser to certain web sites in the hopes</a:t>
            </a:r>
            <a:br>
              <a:rPr lang="en-US" smtClean="0"/>
            </a:br>
            <a:r>
              <a:rPr lang="en-US" smtClean="0"/>
              <a:t>of making a sale. </a:t>
            </a:r>
          </a:p>
          <a:p>
            <a:pPr eaLnBrk="1" hangingPunct="1"/>
            <a:r>
              <a:rPr lang="en-US" smtClean="0"/>
              <a:t>Some attempt to target the advertisement to fit context of what user is doing</a:t>
            </a:r>
          </a:p>
          <a:p>
            <a:pPr lvl="1" eaLnBrk="1" hangingPunct="1">
              <a:buFontTx/>
              <a:buNone/>
            </a:pPr>
            <a:r>
              <a:rPr lang="en-US" smtClean="0"/>
              <a:t>Ex. a search for "Calgary" may</a:t>
            </a:r>
            <a:br>
              <a:rPr lang="en-US" smtClean="0"/>
            </a:br>
            <a:r>
              <a:rPr lang="en-US" smtClean="0"/>
              <a:t>result in an unsolicited pop-up advertisement for "books about Calgary.“</a:t>
            </a:r>
            <a:br>
              <a:rPr lang="en-US" smtClean="0"/>
            </a:b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6148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Virus Operation</a:t>
            </a:r>
            <a:endParaRPr lang="en-AU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virus phases:</a:t>
            </a:r>
          </a:p>
          <a:p>
            <a:pPr lvl="1" eaLnBrk="1" hangingPunct="1"/>
            <a:r>
              <a:rPr lang="en-US" smtClean="0"/>
              <a:t>dormant – waiting on trigger event</a:t>
            </a:r>
          </a:p>
          <a:p>
            <a:pPr lvl="1" eaLnBrk="1" hangingPunct="1"/>
            <a:r>
              <a:rPr lang="en-US" smtClean="0"/>
              <a:t>propagation – replicating to programs/disks</a:t>
            </a:r>
          </a:p>
          <a:p>
            <a:pPr lvl="1" eaLnBrk="1" hangingPunct="1"/>
            <a:r>
              <a:rPr lang="en-US" smtClean="0"/>
              <a:t>triggering – by event to execute payload</a:t>
            </a:r>
          </a:p>
          <a:p>
            <a:pPr lvl="1" eaLnBrk="1" hangingPunct="1"/>
            <a:r>
              <a:rPr lang="en-US" smtClean="0"/>
              <a:t>execution – of payload</a:t>
            </a:r>
          </a:p>
          <a:p>
            <a:pPr eaLnBrk="1" hangingPunct="1"/>
            <a:r>
              <a:rPr lang="en-US" smtClean="0"/>
              <a:t>details usually machine/OS specific</a:t>
            </a:r>
          </a:p>
          <a:p>
            <a:pPr lvl="1" eaLnBrk="1" hangingPunct="1"/>
            <a:r>
              <a:rPr lang="en-US" smtClean="0"/>
              <a:t>exploiting features/weaknesses</a:t>
            </a:r>
            <a:endParaRPr lang="en-AU" smtClean="0"/>
          </a:p>
        </p:txBody>
      </p:sp>
    </p:spTree>
    <p:extLst>
      <p:ext uri="{BB962C8B-B14F-4D97-AF65-F5344CB8AC3E}">
        <p14:creationId xmlns:p14="http://schemas.microsoft.com/office/powerpoint/2010/main" val="96017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Virus Structure</a:t>
            </a:r>
            <a:endParaRPr lang="en-AU" smtClean="0"/>
          </a:p>
        </p:txBody>
      </p:sp>
      <p:sp>
        <p:nvSpPr>
          <p:cNvPr id="25603" name="Rectangle 7"/>
          <p:cNvSpPr>
            <a:spLocks noChangeArrowheads="1"/>
          </p:cNvSpPr>
          <p:nvPr/>
        </p:nvSpPr>
        <p:spPr bwMode="auto">
          <a:xfrm>
            <a:off x="714375" y="1000125"/>
            <a:ext cx="7786688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AU" sz="2400">
                <a:solidFill>
                  <a:srgbClr val="FF0000"/>
                </a:solidFill>
                <a:latin typeface="Comic Sans MS" panose="030F0702030302020204" pitchFamily="66" charset="0"/>
              </a:rPr>
              <a:t>program V :=</a:t>
            </a:r>
          </a:p>
          <a:p>
            <a:pPr eaLnBrk="1" hangingPunct="1">
              <a:lnSpc>
                <a:spcPct val="80000"/>
              </a:lnSpc>
            </a:pPr>
            <a:r>
              <a:rPr lang="en-AU" sz="2400">
                <a:solidFill>
                  <a:srgbClr val="FF0000"/>
                </a:solidFill>
                <a:latin typeface="Comic Sans MS" panose="030F0702030302020204" pitchFamily="66" charset="0"/>
              </a:rPr>
              <a:t>	{goto main;</a:t>
            </a:r>
          </a:p>
          <a:p>
            <a:pPr eaLnBrk="1" hangingPunct="1">
              <a:lnSpc>
                <a:spcPct val="80000"/>
              </a:lnSpc>
            </a:pPr>
            <a:r>
              <a:rPr lang="en-AU" sz="2400">
                <a:solidFill>
                  <a:srgbClr val="FF0000"/>
                </a:solidFill>
                <a:latin typeface="Comic Sans MS" panose="030F0702030302020204" pitchFamily="66" charset="0"/>
              </a:rPr>
              <a:t>	1234567;</a:t>
            </a:r>
          </a:p>
          <a:p>
            <a:pPr eaLnBrk="1" hangingPunct="1">
              <a:lnSpc>
                <a:spcPct val="80000"/>
              </a:lnSpc>
            </a:pPr>
            <a:r>
              <a:rPr lang="en-AU" sz="2400">
                <a:solidFill>
                  <a:srgbClr val="FF0000"/>
                </a:solidFill>
                <a:latin typeface="Comic Sans MS" panose="030F0702030302020204" pitchFamily="66" charset="0"/>
              </a:rPr>
              <a:t>	subroutine infect-executable :=	{loop:	</a:t>
            </a:r>
          </a:p>
          <a:p>
            <a:pPr eaLnBrk="1" hangingPunct="1">
              <a:lnSpc>
                <a:spcPct val="80000"/>
              </a:lnSpc>
            </a:pPr>
            <a:r>
              <a:rPr lang="en-AU" sz="2400">
                <a:solidFill>
                  <a:srgbClr val="FF0000"/>
                </a:solidFill>
                <a:latin typeface="Comic Sans MS" panose="030F0702030302020204" pitchFamily="66" charset="0"/>
              </a:rPr>
              <a:t>			file := get-random-executable-file;</a:t>
            </a:r>
          </a:p>
          <a:p>
            <a:pPr eaLnBrk="1" hangingPunct="1">
              <a:lnSpc>
                <a:spcPct val="80000"/>
              </a:lnSpc>
            </a:pPr>
            <a:r>
              <a:rPr lang="en-AU" sz="2400">
                <a:solidFill>
                  <a:srgbClr val="FF0000"/>
                </a:solidFill>
                <a:latin typeface="Comic Sans MS" panose="030F0702030302020204" pitchFamily="66" charset="0"/>
              </a:rPr>
              <a:t>			if (first-line-of-file = 1234567) then goto loop</a:t>
            </a:r>
          </a:p>
          <a:p>
            <a:pPr eaLnBrk="1" hangingPunct="1">
              <a:lnSpc>
                <a:spcPct val="80000"/>
              </a:lnSpc>
            </a:pPr>
            <a:r>
              <a:rPr lang="en-AU" sz="2400">
                <a:solidFill>
                  <a:srgbClr val="FF0000"/>
                </a:solidFill>
                <a:latin typeface="Comic Sans MS" panose="030F0702030302020204" pitchFamily="66" charset="0"/>
              </a:rPr>
              <a:t>			else prepend V to file; }</a:t>
            </a:r>
          </a:p>
          <a:p>
            <a:pPr eaLnBrk="1" hangingPunct="1">
              <a:lnSpc>
                <a:spcPct val="80000"/>
              </a:lnSpc>
            </a:pPr>
            <a:r>
              <a:rPr lang="en-AU" sz="2400">
                <a:solidFill>
                  <a:srgbClr val="FF0000"/>
                </a:solidFill>
                <a:latin typeface="Comic Sans MS" panose="030F0702030302020204" pitchFamily="66" charset="0"/>
              </a:rPr>
              <a:t>	subroutine do-damage :=	{whatever damage is to be done}</a:t>
            </a:r>
          </a:p>
          <a:p>
            <a:pPr eaLnBrk="1" hangingPunct="1">
              <a:lnSpc>
                <a:spcPct val="80000"/>
              </a:lnSpc>
            </a:pPr>
            <a:r>
              <a:rPr lang="en-AU" sz="2400">
                <a:solidFill>
                  <a:srgbClr val="FF0000"/>
                </a:solidFill>
                <a:latin typeface="Comic Sans MS" panose="030F0702030302020204" pitchFamily="66" charset="0"/>
              </a:rPr>
              <a:t>	subroutine trigger-pulled :=	{return true if some condition holds}</a:t>
            </a:r>
          </a:p>
          <a:p>
            <a:pPr eaLnBrk="1" hangingPunct="1">
              <a:lnSpc>
                <a:spcPct val="80000"/>
              </a:lnSpc>
            </a:pPr>
            <a:r>
              <a:rPr lang="en-AU" sz="2400">
                <a:solidFill>
                  <a:srgbClr val="FF0000"/>
                </a:solidFill>
                <a:latin typeface="Comic Sans MS" panose="030F0702030302020204" pitchFamily="66" charset="0"/>
              </a:rPr>
              <a:t>	main: main-program :=	{infect-executable;</a:t>
            </a:r>
          </a:p>
          <a:p>
            <a:pPr eaLnBrk="1" hangingPunct="1">
              <a:lnSpc>
                <a:spcPct val="80000"/>
              </a:lnSpc>
            </a:pPr>
            <a:r>
              <a:rPr lang="en-AU" sz="2400">
                <a:solidFill>
                  <a:srgbClr val="FF0000"/>
                </a:solidFill>
                <a:latin typeface="Comic Sans MS" panose="030F0702030302020204" pitchFamily="66" charset="0"/>
              </a:rPr>
              <a:t>					if trigger-pulled then do-damage;</a:t>
            </a:r>
          </a:p>
          <a:p>
            <a:pPr eaLnBrk="1" hangingPunct="1">
              <a:lnSpc>
                <a:spcPct val="80000"/>
              </a:lnSpc>
            </a:pPr>
            <a:r>
              <a:rPr lang="en-AU" sz="2400">
                <a:solidFill>
                  <a:srgbClr val="FF0000"/>
                </a:solidFill>
                <a:latin typeface="Comic Sans MS" panose="030F0702030302020204" pitchFamily="66" charset="0"/>
              </a:rPr>
              <a:t>					goto next;}</a:t>
            </a:r>
          </a:p>
          <a:p>
            <a:pPr eaLnBrk="1" hangingPunct="1">
              <a:lnSpc>
                <a:spcPct val="80000"/>
              </a:lnSpc>
            </a:pPr>
            <a:r>
              <a:rPr lang="en-AU" sz="2400">
                <a:solidFill>
                  <a:srgbClr val="FF0000"/>
                </a:solidFill>
                <a:latin typeface="Comic Sans MS" panose="030F0702030302020204" pitchFamily="66" charset="0"/>
              </a:rPr>
              <a:t>	next:</a:t>
            </a:r>
          </a:p>
          <a:p>
            <a:pPr eaLnBrk="1" hangingPunct="1">
              <a:lnSpc>
                <a:spcPct val="80000"/>
              </a:lnSpc>
            </a:pPr>
            <a:r>
              <a:rPr lang="en-AU" sz="2400">
                <a:solidFill>
                  <a:srgbClr val="FF0000"/>
                </a:solidFill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196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mtClean="0"/>
              <a:t>Types of Viruses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/>
              <a:t>can classify on basis of how they attack </a:t>
            </a:r>
          </a:p>
          <a:p>
            <a:pPr lvl="1" eaLnBrk="1" hangingPunct="1"/>
            <a:r>
              <a:rPr lang="en-AU" sz="3200" smtClean="0"/>
              <a:t>parasitic virus</a:t>
            </a:r>
          </a:p>
          <a:p>
            <a:pPr lvl="1" eaLnBrk="1" hangingPunct="1"/>
            <a:r>
              <a:rPr lang="en-US" sz="3200" smtClean="0"/>
              <a:t>memory-resident virus</a:t>
            </a:r>
            <a:endParaRPr lang="en-AU" sz="3200" smtClean="0"/>
          </a:p>
          <a:p>
            <a:pPr lvl="1" eaLnBrk="1" hangingPunct="1"/>
            <a:r>
              <a:rPr lang="en-AU" sz="3200" smtClean="0"/>
              <a:t>boot sector virus </a:t>
            </a:r>
          </a:p>
          <a:p>
            <a:pPr lvl="1" eaLnBrk="1" hangingPunct="1"/>
            <a:r>
              <a:rPr lang="en-US" sz="3200" smtClean="0"/>
              <a:t>stealth</a:t>
            </a:r>
            <a:endParaRPr lang="en-AU" sz="3200" smtClean="0"/>
          </a:p>
          <a:p>
            <a:pPr lvl="1" eaLnBrk="1" hangingPunct="1"/>
            <a:r>
              <a:rPr lang="en-AU" sz="3200" smtClean="0"/>
              <a:t>polymorphic virus </a:t>
            </a:r>
          </a:p>
          <a:p>
            <a:pPr lvl="1" eaLnBrk="1" hangingPunct="1"/>
            <a:r>
              <a:rPr lang="en-AU" sz="3200" smtClean="0"/>
              <a:t>macro virus </a:t>
            </a:r>
          </a:p>
        </p:txBody>
      </p:sp>
    </p:spTree>
    <p:extLst>
      <p:ext uri="{BB962C8B-B14F-4D97-AF65-F5344CB8AC3E}">
        <p14:creationId xmlns:p14="http://schemas.microsoft.com/office/powerpoint/2010/main" val="3389653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mtClean="0"/>
              <a:t>Macro Virus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AU" sz="2800" b="1" smtClean="0"/>
              <a:t>macro code</a:t>
            </a:r>
            <a:r>
              <a:rPr lang="en-AU" sz="2800" smtClean="0"/>
              <a:t> attached to some </a:t>
            </a:r>
            <a:r>
              <a:rPr lang="en-AU" sz="2800" b="1" smtClean="0"/>
              <a:t>data file</a:t>
            </a:r>
            <a:r>
              <a:rPr lang="en-AU" sz="2800" smtClean="0"/>
              <a:t> </a:t>
            </a:r>
          </a:p>
          <a:p>
            <a:pPr eaLnBrk="1" hangingPunct="1"/>
            <a:r>
              <a:rPr lang="en-AU" sz="2800" smtClean="0"/>
              <a:t>interpreted by program using file</a:t>
            </a:r>
          </a:p>
          <a:p>
            <a:pPr lvl="1" eaLnBrk="1" hangingPunct="1"/>
            <a:r>
              <a:rPr lang="en-AU" sz="2400" smtClean="0"/>
              <a:t>eg Word/Excel macros</a:t>
            </a:r>
          </a:p>
          <a:p>
            <a:pPr lvl="1" eaLnBrk="1" hangingPunct="1"/>
            <a:r>
              <a:rPr lang="en-US" sz="2400" smtClean="0"/>
              <a:t>esp. using auto command &amp; command macros</a:t>
            </a:r>
            <a:endParaRPr lang="en-AU" sz="2400" smtClean="0"/>
          </a:p>
          <a:p>
            <a:pPr eaLnBrk="1" hangingPunct="1"/>
            <a:r>
              <a:rPr lang="en-AU" sz="2800" smtClean="0"/>
              <a:t>code is now platform independent </a:t>
            </a:r>
          </a:p>
          <a:p>
            <a:pPr eaLnBrk="1" hangingPunct="1"/>
            <a:r>
              <a:rPr lang="en-AU" sz="2800" smtClean="0"/>
              <a:t>is a major source of new viral infections</a:t>
            </a:r>
          </a:p>
          <a:p>
            <a:pPr eaLnBrk="1" hangingPunct="1"/>
            <a:r>
              <a:rPr lang="en-AU" sz="2800" smtClean="0"/>
              <a:t>blurs distinction between data and program files making task of detection much harder </a:t>
            </a:r>
          </a:p>
          <a:p>
            <a:pPr eaLnBrk="1" hangingPunct="1"/>
            <a:r>
              <a:rPr lang="en-AU" sz="2800" smtClean="0"/>
              <a:t>classic trade-off: "ease of use" vs "security" </a:t>
            </a:r>
          </a:p>
          <a:p>
            <a:pPr eaLnBrk="1" hangingPunct="1"/>
            <a:endParaRPr lang="en-AU" sz="2800" smtClean="0"/>
          </a:p>
        </p:txBody>
      </p:sp>
    </p:spTree>
    <p:extLst>
      <p:ext uri="{BB962C8B-B14F-4D97-AF65-F5344CB8AC3E}">
        <p14:creationId xmlns:p14="http://schemas.microsoft.com/office/powerpoint/2010/main" val="71063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Macro Virus </a:t>
            </a:r>
          </a:p>
        </p:txBody>
      </p:sp>
      <p:pic>
        <p:nvPicPr>
          <p:cNvPr id="28675" name="Content Placeholder 3" descr="macro-viruses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750" y="1071563"/>
            <a:ext cx="6858000" cy="5434012"/>
          </a:xfrm>
        </p:spPr>
      </p:pic>
    </p:spTree>
    <p:extLst>
      <p:ext uri="{BB962C8B-B14F-4D97-AF65-F5344CB8AC3E}">
        <p14:creationId xmlns:p14="http://schemas.microsoft.com/office/powerpoint/2010/main" val="2665829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Email Virus</a:t>
            </a:r>
            <a:endParaRPr lang="en-AU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mtClean="0"/>
              <a:t>spread using email with attachment containing a macro virus</a:t>
            </a:r>
          </a:p>
          <a:p>
            <a:pPr lvl="1" eaLnBrk="1" hangingPunct="1"/>
            <a:r>
              <a:rPr lang="en-US" smtClean="0"/>
              <a:t>cf Melissa</a:t>
            </a:r>
          </a:p>
          <a:p>
            <a:pPr eaLnBrk="1" hangingPunct="1"/>
            <a:r>
              <a:rPr lang="en-US" smtClean="0"/>
              <a:t>triggered when user opens attachment</a:t>
            </a:r>
          </a:p>
          <a:p>
            <a:pPr eaLnBrk="1" hangingPunct="1"/>
            <a:r>
              <a:rPr lang="en-US" smtClean="0"/>
              <a:t>or worse even when mail viewed by using scripting features in mail agent</a:t>
            </a:r>
          </a:p>
          <a:p>
            <a:pPr eaLnBrk="1" hangingPunct="1"/>
            <a:r>
              <a:rPr lang="en-US" smtClean="0"/>
              <a:t>usually targeted at Microsoft Outlook mail agent &amp; Word/Excel documents</a:t>
            </a:r>
            <a:endParaRPr lang="en-AU" smtClean="0"/>
          </a:p>
        </p:txBody>
      </p:sp>
    </p:spTree>
    <p:extLst>
      <p:ext uri="{BB962C8B-B14F-4D97-AF65-F5344CB8AC3E}">
        <p14:creationId xmlns:p14="http://schemas.microsoft.com/office/powerpoint/2010/main" val="170460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 mail Virus</a:t>
            </a:r>
          </a:p>
        </p:txBody>
      </p:sp>
      <p:pic>
        <p:nvPicPr>
          <p:cNvPr id="30723" name="Picture 2" descr="C:\Documents and Settings\PC\My Documents\Downloads\virus-prevention-email-message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7250" y="1143000"/>
            <a:ext cx="6923088" cy="5000625"/>
          </a:xfrm>
          <a:noFill/>
        </p:spPr>
      </p:pic>
    </p:spTree>
    <p:extLst>
      <p:ext uri="{BB962C8B-B14F-4D97-AF65-F5344CB8AC3E}">
        <p14:creationId xmlns:p14="http://schemas.microsoft.com/office/powerpoint/2010/main" val="337044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Virus Countermeasures</a:t>
            </a:r>
            <a:endParaRPr lang="en-AU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smtClean="0"/>
              <a:t>viral attacks exploit lack of integrity control on systems </a:t>
            </a:r>
          </a:p>
          <a:p>
            <a:pPr eaLnBrk="1" hangingPunct="1"/>
            <a:r>
              <a:rPr lang="en-AU" smtClean="0"/>
              <a:t>to defend need to add such controls </a:t>
            </a:r>
          </a:p>
          <a:p>
            <a:pPr eaLnBrk="1" hangingPunct="1"/>
            <a:r>
              <a:rPr lang="en-AU" smtClean="0"/>
              <a:t>typically by one or more of: </a:t>
            </a:r>
          </a:p>
          <a:p>
            <a:pPr lvl="1" eaLnBrk="1" hangingPunct="1"/>
            <a:r>
              <a:rPr lang="en-AU" b="1" smtClean="0"/>
              <a:t>prevention</a:t>
            </a:r>
            <a:r>
              <a:rPr lang="en-AU" smtClean="0"/>
              <a:t> - block virus infection mechanism</a:t>
            </a:r>
          </a:p>
          <a:p>
            <a:pPr lvl="1" eaLnBrk="1" hangingPunct="1"/>
            <a:r>
              <a:rPr lang="en-AU" b="1" smtClean="0"/>
              <a:t>detection</a:t>
            </a:r>
            <a:r>
              <a:rPr lang="en-AU" smtClean="0"/>
              <a:t> - of viruses in infected system </a:t>
            </a:r>
          </a:p>
          <a:p>
            <a:pPr lvl="1" eaLnBrk="1" hangingPunct="1"/>
            <a:r>
              <a:rPr lang="en-AU" b="1" smtClean="0"/>
              <a:t>reaction</a:t>
            </a:r>
            <a:r>
              <a:rPr lang="en-AU" smtClean="0"/>
              <a:t> - restoring system to clean state </a:t>
            </a:r>
          </a:p>
          <a:p>
            <a:pPr eaLnBrk="1" hangingPunct="1"/>
            <a:endParaRPr lang="en-AU" smtClean="0"/>
          </a:p>
        </p:txBody>
      </p:sp>
    </p:spTree>
    <p:extLst>
      <p:ext uri="{BB962C8B-B14F-4D97-AF65-F5344CB8AC3E}">
        <p14:creationId xmlns:p14="http://schemas.microsoft.com/office/powerpoint/2010/main" val="377528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Anti-Virus Software</a:t>
            </a:r>
            <a:endParaRPr lang="en-AU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AU" sz="2800" b="1" smtClean="0"/>
              <a:t>first-generation</a:t>
            </a:r>
          </a:p>
          <a:p>
            <a:pPr lvl="1" eaLnBrk="1" hangingPunct="1">
              <a:lnSpc>
                <a:spcPct val="80000"/>
              </a:lnSpc>
            </a:pPr>
            <a:r>
              <a:rPr lang="en-AU" sz="2400" smtClean="0"/>
              <a:t>scanner uses virus signature to identify virus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or change in length of programs</a:t>
            </a:r>
            <a:endParaRPr lang="en-AU" sz="2400" smtClean="0"/>
          </a:p>
          <a:p>
            <a:pPr eaLnBrk="1" hangingPunct="1">
              <a:lnSpc>
                <a:spcPct val="80000"/>
              </a:lnSpc>
            </a:pPr>
            <a:r>
              <a:rPr lang="en-AU" sz="2800" b="1" smtClean="0"/>
              <a:t>second-generation </a:t>
            </a:r>
          </a:p>
          <a:p>
            <a:pPr lvl="1" eaLnBrk="1" hangingPunct="1">
              <a:lnSpc>
                <a:spcPct val="80000"/>
              </a:lnSpc>
            </a:pPr>
            <a:r>
              <a:rPr lang="en-AU" sz="2400" smtClean="0"/>
              <a:t>uses heuristic rules to spot viral infection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or uses program checksums to spot changes</a:t>
            </a:r>
          </a:p>
          <a:p>
            <a:pPr eaLnBrk="1" hangingPunct="1">
              <a:lnSpc>
                <a:spcPct val="80000"/>
              </a:lnSpc>
            </a:pPr>
            <a:r>
              <a:rPr lang="en-AU" sz="2800" b="1" smtClean="0"/>
              <a:t>third-generation </a:t>
            </a:r>
          </a:p>
          <a:p>
            <a:pPr lvl="1" eaLnBrk="1" hangingPunct="1">
              <a:lnSpc>
                <a:spcPct val="80000"/>
              </a:lnSpc>
            </a:pPr>
            <a:r>
              <a:rPr lang="en-AU" sz="2400" smtClean="0"/>
              <a:t>memory-resident programs identify virus by actions </a:t>
            </a:r>
          </a:p>
          <a:p>
            <a:pPr eaLnBrk="1" hangingPunct="1">
              <a:lnSpc>
                <a:spcPct val="80000"/>
              </a:lnSpc>
            </a:pPr>
            <a:r>
              <a:rPr lang="en-AU" sz="2800" b="1" smtClean="0"/>
              <a:t>fourth-generation </a:t>
            </a:r>
          </a:p>
          <a:p>
            <a:pPr lvl="1" eaLnBrk="1" hangingPunct="1">
              <a:lnSpc>
                <a:spcPct val="80000"/>
              </a:lnSpc>
            </a:pPr>
            <a:r>
              <a:rPr lang="en-AU" sz="2400" smtClean="0"/>
              <a:t>packages with a variety of antivirus techniques</a:t>
            </a:r>
          </a:p>
          <a:p>
            <a:pPr lvl="1" eaLnBrk="1" hangingPunct="1">
              <a:lnSpc>
                <a:spcPct val="80000"/>
              </a:lnSpc>
            </a:pPr>
            <a:r>
              <a:rPr lang="en-AU" sz="2400" smtClean="0"/>
              <a:t>eg scanning &amp; activity traps, access-controls</a:t>
            </a:r>
          </a:p>
          <a:p>
            <a:pPr eaLnBrk="1" hangingPunct="1">
              <a:lnSpc>
                <a:spcPct val="80000"/>
              </a:lnSpc>
            </a:pPr>
            <a:endParaRPr lang="en-AU" sz="2800" smtClean="0"/>
          </a:p>
        </p:txBody>
      </p:sp>
    </p:spTree>
    <p:extLst>
      <p:ext uri="{BB962C8B-B14F-4D97-AF65-F5344CB8AC3E}">
        <p14:creationId xmlns:p14="http://schemas.microsoft.com/office/powerpoint/2010/main" val="215048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/>
              <a:t>Advanced Anti-Virus Techniques</a:t>
            </a:r>
            <a:endParaRPr lang="en-AU" sz="4000" smtClean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generic decryption</a:t>
            </a:r>
          </a:p>
          <a:p>
            <a:pPr lvl="1" eaLnBrk="1" hangingPunct="1"/>
            <a:r>
              <a:rPr lang="en-US" smtClean="0"/>
              <a:t>use CPU simulator to check program signature &amp; behavior before actually running it</a:t>
            </a:r>
          </a:p>
          <a:p>
            <a:pPr eaLnBrk="1" hangingPunct="1"/>
            <a:r>
              <a:rPr lang="en-US" smtClean="0"/>
              <a:t>digital immune system (IBM)</a:t>
            </a:r>
          </a:p>
          <a:p>
            <a:pPr lvl="1" eaLnBrk="1" hangingPunct="1"/>
            <a:r>
              <a:rPr lang="en-US" smtClean="0"/>
              <a:t>general purpose emulation &amp; virus detection</a:t>
            </a:r>
          </a:p>
          <a:p>
            <a:pPr lvl="1" eaLnBrk="1" hangingPunct="1"/>
            <a:r>
              <a:rPr lang="en-US" smtClean="0"/>
              <a:t>any virus entering org is captured, analyzed, detection/shielding created for it, removed</a:t>
            </a:r>
            <a:endParaRPr lang="en-AU" smtClean="0"/>
          </a:p>
        </p:txBody>
      </p:sp>
    </p:spTree>
    <p:extLst>
      <p:ext uri="{BB962C8B-B14F-4D97-AF65-F5344CB8AC3E}">
        <p14:creationId xmlns:p14="http://schemas.microsoft.com/office/powerpoint/2010/main" val="4209767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mtClean="0"/>
              <a:t>Digital Immune System</a:t>
            </a:r>
            <a:endParaRPr lang="en-US" smtClean="0"/>
          </a:p>
        </p:txBody>
      </p:sp>
      <p:pic>
        <p:nvPicPr>
          <p:cNvPr id="38915" name="Picture 4" descr="Ch19. Digital Immune System.pdf                                002F6F4DMacintosh HD                   B83AE914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9" t="11581" r="7159" b="20845"/>
          <a:stretch>
            <a:fillRect/>
          </a:stretch>
        </p:blipFill>
        <p:spPr bwMode="auto">
          <a:xfrm>
            <a:off x="647700" y="1495425"/>
            <a:ext cx="8067675" cy="491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06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Behavior-Blocking Software</a:t>
            </a:r>
            <a:endParaRPr lang="en-AU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mtClean="0"/>
              <a:t>integrated with host O/S</a:t>
            </a:r>
          </a:p>
          <a:p>
            <a:pPr eaLnBrk="1" hangingPunct="1"/>
            <a:r>
              <a:rPr lang="en-US" smtClean="0"/>
              <a:t>monitors program behavior in real-time</a:t>
            </a:r>
          </a:p>
          <a:p>
            <a:pPr lvl="1" eaLnBrk="1" hangingPunct="1"/>
            <a:r>
              <a:rPr lang="en-US" smtClean="0"/>
              <a:t>eg file access, disk format, executable mods, system settings changes, network access</a:t>
            </a:r>
          </a:p>
          <a:p>
            <a:pPr eaLnBrk="1" hangingPunct="1"/>
            <a:r>
              <a:rPr lang="en-US" smtClean="0"/>
              <a:t>for possibly malicious actions</a:t>
            </a:r>
          </a:p>
          <a:p>
            <a:pPr lvl="1" eaLnBrk="1" hangingPunct="1"/>
            <a:r>
              <a:rPr lang="en-US" smtClean="0"/>
              <a:t>if detected can block, terminate, or seek ok</a:t>
            </a:r>
          </a:p>
          <a:p>
            <a:pPr eaLnBrk="1" hangingPunct="1"/>
            <a:r>
              <a:rPr lang="en-US" smtClean="0"/>
              <a:t>has advantage over scanners</a:t>
            </a:r>
          </a:p>
          <a:p>
            <a:pPr eaLnBrk="1" hangingPunct="1"/>
            <a:r>
              <a:rPr lang="en-US" smtClean="0"/>
              <a:t>but malicious code runs before detection</a:t>
            </a:r>
            <a:endParaRPr lang="en-AU" smtClean="0"/>
          </a:p>
        </p:txBody>
      </p:sp>
    </p:spTree>
    <p:extLst>
      <p:ext uri="{BB962C8B-B14F-4D97-AF65-F5344CB8AC3E}">
        <p14:creationId xmlns:p14="http://schemas.microsoft.com/office/powerpoint/2010/main" val="2169584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1112</TotalTime>
  <Words>1010</Words>
  <Application>Microsoft Office PowerPoint</Application>
  <PresentationFormat>On-screen Show (4:3)</PresentationFormat>
  <Paragraphs>209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Comic Sans MS</vt:lpstr>
      <vt:lpstr>Times</vt:lpstr>
      <vt:lpstr>Times New Roman</vt:lpstr>
      <vt:lpstr>HNDIT</vt:lpstr>
      <vt:lpstr>1_HNDIT</vt:lpstr>
      <vt:lpstr>HNDIT2301: Operating System and Information Security</vt:lpstr>
      <vt:lpstr>Malicious software</vt:lpstr>
      <vt:lpstr>Malicious Software Classification </vt:lpstr>
      <vt:lpstr>Trapdoors</vt:lpstr>
      <vt:lpstr>Trojan Horse</vt:lpstr>
      <vt:lpstr>Logic Bomb</vt:lpstr>
      <vt:lpstr>Viruses</vt:lpstr>
      <vt:lpstr>Rabbit </vt:lpstr>
      <vt:lpstr>Zombie</vt:lpstr>
      <vt:lpstr>PowerPoint Presentation</vt:lpstr>
      <vt:lpstr>DDoS Countermeasures</vt:lpstr>
      <vt:lpstr>Worms</vt:lpstr>
      <vt:lpstr>Worm Operation</vt:lpstr>
      <vt:lpstr>Morris Worm</vt:lpstr>
      <vt:lpstr>Recent Worm Attacks</vt:lpstr>
      <vt:lpstr>Spyware</vt:lpstr>
      <vt:lpstr>Adware </vt:lpstr>
      <vt:lpstr>Virus Operation</vt:lpstr>
      <vt:lpstr>Virus Structure</vt:lpstr>
      <vt:lpstr>Types of Viruses</vt:lpstr>
      <vt:lpstr>Macro Virus</vt:lpstr>
      <vt:lpstr>Macro Virus </vt:lpstr>
      <vt:lpstr>Email Virus</vt:lpstr>
      <vt:lpstr>E mail Virus</vt:lpstr>
      <vt:lpstr>Virus Countermeasures</vt:lpstr>
      <vt:lpstr>Anti-Virus Software</vt:lpstr>
      <vt:lpstr>Advanced Anti-Virus Techniques</vt:lpstr>
      <vt:lpstr>Digital Immune System</vt:lpstr>
      <vt:lpstr>Behavior-Blocking Software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 X55</dc:creator>
  <cp:lastModifiedBy>Admin</cp:lastModifiedBy>
  <cp:revision>152</cp:revision>
  <dcterms:created xsi:type="dcterms:W3CDTF">2014-03-07T13:02:25Z</dcterms:created>
  <dcterms:modified xsi:type="dcterms:W3CDTF">2018-07-18T12:10:40Z</dcterms:modified>
</cp:coreProperties>
</file>